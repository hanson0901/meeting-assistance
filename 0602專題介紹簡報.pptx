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00503000000020004"/>
      <p:regular r:id="rId14"/>
    </p:embeddedFont>
    <p:embeddedFont>
      <p:font typeface="Inter Bold" charset="1" panose="02000503000000020004"/>
      <p:regular r:id="rId15"/>
    </p:embeddedFont>
    <p:embeddedFont>
      <p:font typeface="Anton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00" Target="../media/image99.png" Type="http://schemas.openxmlformats.org/officeDocument/2006/relationships/image"/><Relationship Id="rId101" Target="../media/image100.svg" Type="http://schemas.openxmlformats.org/officeDocument/2006/relationships/image"/><Relationship Id="rId102" Target="../media/image101.png" Type="http://schemas.openxmlformats.org/officeDocument/2006/relationships/image"/><Relationship Id="rId103" Target="../media/image102.svg" Type="http://schemas.openxmlformats.org/officeDocument/2006/relationships/image"/><Relationship Id="rId104" Target="../media/image103.png" Type="http://schemas.openxmlformats.org/officeDocument/2006/relationships/image"/><Relationship Id="rId105" Target="../media/image104.svg" Type="http://schemas.openxmlformats.org/officeDocument/2006/relationships/image"/><Relationship Id="rId106" Target="../media/image105.png" Type="http://schemas.openxmlformats.org/officeDocument/2006/relationships/image"/><Relationship Id="rId107" Target="../media/image106.sv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svg" Type="http://schemas.openxmlformats.org/officeDocument/2006/relationships/image"/><Relationship Id="rId36" Target="../media/image35.png" Type="http://schemas.openxmlformats.org/officeDocument/2006/relationships/image"/><Relationship Id="rId37" Target="../media/image36.svg" Type="http://schemas.openxmlformats.org/officeDocument/2006/relationships/image"/><Relationship Id="rId38" Target="../media/image37.png" Type="http://schemas.openxmlformats.org/officeDocument/2006/relationships/image"/><Relationship Id="rId39" Target="../media/image38.sv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svg" Type="http://schemas.openxmlformats.org/officeDocument/2006/relationships/image"/><Relationship Id="rId42" Target="../media/image41.png" Type="http://schemas.openxmlformats.org/officeDocument/2006/relationships/image"/><Relationship Id="rId43" Target="../media/image42.svg" Type="http://schemas.openxmlformats.org/officeDocument/2006/relationships/image"/><Relationship Id="rId44" Target="../media/image43.png" Type="http://schemas.openxmlformats.org/officeDocument/2006/relationships/image"/><Relationship Id="rId45" Target="../media/image44.svg" Type="http://schemas.openxmlformats.org/officeDocument/2006/relationships/image"/><Relationship Id="rId46" Target="../media/image45.png" Type="http://schemas.openxmlformats.org/officeDocument/2006/relationships/image"/><Relationship Id="rId47" Target="../media/image46.svg" Type="http://schemas.openxmlformats.org/officeDocument/2006/relationships/image"/><Relationship Id="rId48" Target="../media/image47.png" Type="http://schemas.openxmlformats.org/officeDocument/2006/relationships/image"/><Relationship Id="rId49" Target="../media/image48.svg" Type="http://schemas.openxmlformats.org/officeDocument/2006/relationships/image"/><Relationship Id="rId5" Target="../media/image4.svg" Type="http://schemas.openxmlformats.org/officeDocument/2006/relationships/image"/><Relationship Id="rId50" Target="../media/image49.png" Type="http://schemas.openxmlformats.org/officeDocument/2006/relationships/image"/><Relationship Id="rId51" Target="../media/image50.svg" Type="http://schemas.openxmlformats.org/officeDocument/2006/relationships/image"/><Relationship Id="rId52" Target="../media/image51.png" Type="http://schemas.openxmlformats.org/officeDocument/2006/relationships/image"/><Relationship Id="rId53" Target="../media/image52.svg" Type="http://schemas.openxmlformats.org/officeDocument/2006/relationships/image"/><Relationship Id="rId54" Target="../media/image53.png" Type="http://schemas.openxmlformats.org/officeDocument/2006/relationships/image"/><Relationship Id="rId55" Target="../media/image54.svg" Type="http://schemas.openxmlformats.org/officeDocument/2006/relationships/image"/><Relationship Id="rId56" Target="../media/image55.png" Type="http://schemas.openxmlformats.org/officeDocument/2006/relationships/image"/><Relationship Id="rId57" Target="../media/image56.svg" Type="http://schemas.openxmlformats.org/officeDocument/2006/relationships/image"/><Relationship Id="rId58" Target="../media/image57.png" Type="http://schemas.openxmlformats.org/officeDocument/2006/relationships/image"/><Relationship Id="rId59" Target="../media/image58.svg" Type="http://schemas.openxmlformats.org/officeDocument/2006/relationships/image"/><Relationship Id="rId6" Target="../media/image5.png" Type="http://schemas.openxmlformats.org/officeDocument/2006/relationships/image"/><Relationship Id="rId60" Target="../media/image59.png" Type="http://schemas.openxmlformats.org/officeDocument/2006/relationships/image"/><Relationship Id="rId61" Target="../media/image60.svg" Type="http://schemas.openxmlformats.org/officeDocument/2006/relationships/image"/><Relationship Id="rId62" Target="../media/image61.png" Type="http://schemas.openxmlformats.org/officeDocument/2006/relationships/image"/><Relationship Id="rId63" Target="../media/image62.svg" Type="http://schemas.openxmlformats.org/officeDocument/2006/relationships/image"/><Relationship Id="rId64" Target="../media/image63.png" Type="http://schemas.openxmlformats.org/officeDocument/2006/relationships/image"/><Relationship Id="rId65" Target="../media/image64.svg" Type="http://schemas.openxmlformats.org/officeDocument/2006/relationships/image"/><Relationship Id="rId66" Target="../media/image65.png" Type="http://schemas.openxmlformats.org/officeDocument/2006/relationships/image"/><Relationship Id="rId67" Target="../media/image66.svg" Type="http://schemas.openxmlformats.org/officeDocument/2006/relationships/image"/><Relationship Id="rId68" Target="../media/image67.png" Type="http://schemas.openxmlformats.org/officeDocument/2006/relationships/image"/><Relationship Id="rId69" Target="../media/image68.svg" Type="http://schemas.openxmlformats.org/officeDocument/2006/relationships/image"/><Relationship Id="rId7" Target="../media/image6.svg" Type="http://schemas.openxmlformats.org/officeDocument/2006/relationships/image"/><Relationship Id="rId70" Target="../media/image69.png" Type="http://schemas.openxmlformats.org/officeDocument/2006/relationships/image"/><Relationship Id="rId71" Target="../media/image70.svg" Type="http://schemas.openxmlformats.org/officeDocument/2006/relationships/image"/><Relationship Id="rId72" Target="../media/image71.png" Type="http://schemas.openxmlformats.org/officeDocument/2006/relationships/image"/><Relationship Id="rId73" Target="../media/image72.svg" Type="http://schemas.openxmlformats.org/officeDocument/2006/relationships/image"/><Relationship Id="rId74" Target="../media/image73.png" Type="http://schemas.openxmlformats.org/officeDocument/2006/relationships/image"/><Relationship Id="rId75" Target="../media/image74.svg" Type="http://schemas.openxmlformats.org/officeDocument/2006/relationships/image"/><Relationship Id="rId76" Target="../media/image75.png" Type="http://schemas.openxmlformats.org/officeDocument/2006/relationships/image"/><Relationship Id="rId77" Target="../media/image76.svg" Type="http://schemas.openxmlformats.org/officeDocument/2006/relationships/image"/><Relationship Id="rId78" Target="../media/image77.png" Type="http://schemas.openxmlformats.org/officeDocument/2006/relationships/image"/><Relationship Id="rId79" Target="../media/image78.svg" Type="http://schemas.openxmlformats.org/officeDocument/2006/relationships/image"/><Relationship Id="rId8" Target="../media/image7.png" Type="http://schemas.openxmlformats.org/officeDocument/2006/relationships/image"/><Relationship Id="rId80" Target="../media/image79.png" Type="http://schemas.openxmlformats.org/officeDocument/2006/relationships/image"/><Relationship Id="rId81" Target="../media/image80.svg" Type="http://schemas.openxmlformats.org/officeDocument/2006/relationships/image"/><Relationship Id="rId82" Target="../media/image81.png" Type="http://schemas.openxmlformats.org/officeDocument/2006/relationships/image"/><Relationship Id="rId83" Target="../media/image82.svg" Type="http://schemas.openxmlformats.org/officeDocument/2006/relationships/image"/><Relationship Id="rId84" Target="../media/image83.png" Type="http://schemas.openxmlformats.org/officeDocument/2006/relationships/image"/><Relationship Id="rId85" Target="../media/image84.svg" Type="http://schemas.openxmlformats.org/officeDocument/2006/relationships/image"/><Relationship Id="rId86" Target="../media/image85.png" Type="http://schemas.openxmlformats.org/officeDocument/2006/relationships/image"/><Relationship Id="rId87" Target="../media/image86.svg" Type="http://schemas.openxmlformats.org/officeDocument/2006/relationships/image"/><Relationship Id="rId88" Target="../media/image87.png" Type="http://schemas.openxmlformats.org/officeDocument/2006/relationships/image"/><Relationship Id="rId89" Target="../media/image88.svg" Type="http://schemas.openxmlformats.org/officeDocument/2006/relationships/image"/><Relationship Id="rId9" Target="../media/image8.svg" Type="http://schemas.openxmlformats.org/officeDocument/2006/relationships/image"/><Relationship Id="rId90" Target="../media/image89.png" Type="http://schemas.openxmlformats.org/officeDocument/2006/relationships/image"/><Relationship Id="rId91" Target="../media/image90.svg" Type="http://schemas.openxmlformats.org/officeDocument/2006/relationships/image"/><Relationship Id="rId92" Target="../media/image91.png" Type="http://schemas.openxmlformats.org/officeDocument/2006/relationships/image"/><Relationship Id="rId93" Target="../media/image92.svg" Type="http://schemas.openxmlformats.org/officeDocument/2006/relationships/image"/><Relationship Id="rId94" Target="../media/image93.png" Type="http://schemas.openxmlformats.org/officeDocument/2006/relationships/image"/><Relationship Id="rId95" Target="../media/image94.svg" Type="http://schemas.openxmlformats.org/officeDocument/2006/relationships/image"/><Relationship Id="rId96" Target="../media/image95.png" Type="http://schemas.openxmlformats.org/officeDocument/2006/relationships/image"/><Relationship Id="rId97" Target="../media/image96.svg" Type="http://schemas.openxmlformats.org/officeDocument/2006/relationships/image"/><Relationship Id="rId98" Target="../media/image97.png" Type="http://schemas.openxmlformats.org/officeDocument/2006/relationships/image"/><Relationship Id="rId99" Target="../media/image9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svg" Type="http://schemas.openxmlformats.org/officeDocument/2006/relationships/image"/><Relationship Id="rId12" Target="../media/image117.png" Type="http://schemas.openxmlformats.org/officeDocument/2006/relationships/image"/><Relationship Id="rId13" Target="../media/image118.svg" Type="http://schemas.openxmlformats.org/officeDocument/2006/relationships/image"/><Relationship Id="rId14" Target="../media/image119.png" Type="http://schemas.openxmlformats.org/officeDocument/2006/relationships/image"/><Relationship Id="rId15" Target="../media/image120.svg" Type="http://schemas.openxmlformats.org/officeDocument/2006/relationships/image"/><Relationship Id="rId16" Target="../media/image121.png" Type="http://schemas.openxmlformats.org/officeDocument/2006/relationships/image"/><Relationship Id="rId17" Target="../media/image122.svg" Type="http://schemas.openxmlformats.org/officeDocument/2006/relationships/image"/><Relationship Id="rId18" Target="../media/image123.png" Type="http://schemas.openxmlformats.org/officeDocument/2006/relationships/image"/><Relationship Id="rId19" Target="../media/image124.svg" Type="http://schemas.openxmlformats.org/officeDocument/2006/relationships/image"/><Relationship Id="rId2" Target="../media/image107.png" Type="http://schemas.openxmlformats.org/officeDocument/2006/relationships/image"/><Relationship Id="rId20" Target="../media/image125.png" Type="http://schemas.openxmlformats.org/officeDocument/2006/relationships/image"/><Relationship Id="rId21" Target="../media/image126.svg" Type="http://schemas.openxmlformats.org/officeDocument/2006/relationships/image"/><Relationship Id="rId22" Target="../media/image127.png" Type="http://schemas.openxmlformats.org/officeDocument/2006/relationships/image"/><Relationship Id="rId23" Target="../media/image128.svg" Type="http://schemas.openxmlformats.org/officeDocument/2006/relationships/image"/><Relationship Id="rId24" Target="../media/image129.png" Type="http://schemas.openxmlformats.org/officeDocument/2006/relationships/image"/><Relationship Id="rId25" Target="../media/image130.svg" Type="http://schemas.openxmlformats.org/officeDocument/2006/relationships/image"/><Relationship Id="rId26" Target="../media/image131.png" Type="http://schemas.openxmlformats.org/officeDocument/2006/relationships/image"/><Relationship Id="rId27" Target="../media/image132.svg" Type="http://schemas.openxmlformats.org/officeDocument/2006/relationships/image"/><Relationship Id="rId28" Target="../media/image133.png" Type="http://schemas.openxmlformats.org/officeDocument/2006/relationships/image"/><Relationship Id="rId29" Target="../media/image134.svg" Type="http://schemas.openxmlformats.org/officeDocument/2006/relationships/image"/><Relationship Id="rId3" Target="../media/image108.png" Type="http://schemas.openxmlformats.org/officeDocument/2006/relationships/image"/><Relationship Id="rId30" Target="../media/image135.png" Type="http://schemas.openxmlformats.org/officeDocument/2006/relationships/image"/><Relationship Id="rId31" Target="../media/image136.svg" Type="http://schemas.openxmlformats.org/officeDocument/2006/relationships/image"/><Relationship Id="rId32" Target="../media/image137.png" Type="http://schemas.openxmlformats.org/officeDocument/2006/relationships/image"/><Relationship Id="rId33" Target="../media/image138.svg" Type="http://schemas.openxmlformats.org/officeDocument/2006/relationships/image"/><Relationship Id="rId34" Target="../media/image139.png" Type="http://schemas.openxmlformats.org/officeDocument/2006/relationships/image"/><Relationship Id="rId35" Target="../media/image140.svg" Type="http://schemas.openxmlformats.org/officeDocument/2006/relationships/image"/><Relationship Id="rId36" Target="../media/image141.png" Type="http://schemas.openxmlformats.org/officeDocument/2006/relationships/image"/><Relationship Id="rId37" Target="../media/image142.svg" Type="http://schemas.openxmlformats.org/officeDocument/2006/relationships/image"/><Relationship Id="rId38" Target="../media/image143.png" Type="http://schemas.openxmlformats.org/officeDocument/2006/relationships/image"/><Relationship Id="rId39" Target="../media/image144.svg" Type="http://schemas.openxmlformats.org/officeDocument/2006/relationships/image"/><Relationship Id="rId4" Target="../media/image109.png" Type="http://schemas.openxmlformats.org/officeDocument/2006/relationships/image"/><Relationship Id="rId40" Target="../media/image145.png" Type="http://schemas.openxmlformats.org/officeDocument/2006/relationships/image"/><Relationship Id="rId41" Target="../media/image146.svg" Type="http://schemas.openxmlformats.org/officeDocument/2006/relationships/image"/><Relationship Id="rId42" Target="../media/image147.png" Type="http://schemas.openxmlformats.org/officeDocument/2006/relationships/image"/><Relationship Id="rId43" Target="../media/image148.svg" Type="http://schemas.openxmlformats.org/officeDocument/2006/relationships/image"/><Relationship Id="rId44" Target="../media/image149.png" Type="http://schemas.openxmlformats.org/officeDocument/2006/relationships/image"/><Relationship Id="rId45" Target="../media/image150.svg" Type="http://schemas.openxmlformats.org/officeDocument/2006/relationships/image"/><Relationship Id="rId46" Target="../media/image151.png" Type="http://schemas.openxmlformats.org/officeDocument/2006/relationships/image"/><Relationship Id="rId47" Target="../media/image152.svg" Type="http://schemas.openxmlformats.org/officeDocument/2006/relationships/image"/><Relationship Id="rId48" Target="../media/image153.png" Type="http://schemas.openxmlformats.org/officeDocument/2006/relationships/image"/><Relationship Id="rId49" Target="../media/image154.svg" Type="http://schemas.openxmlformats.org/officeDocument/2006/relationships/image"/><Relationship Id="rId5" Target="../media/image110.svg" Type="http://schemas.openxmlformats.org/officeDocument/2006/relationships/image"/><Relationship Id="rId50" Target="../media/image155.png" Type="http://schemas.openxmlformats.org/officeDocument/2006/relationships/image"/><Relationship Id="rId51" Target="../media/image156.svg" Type="http://schemas.openxmlformats.org/officeDocument/2006/relationships/image"/><Relationship Id="rId52" Target="../media/image157.png" Type="http://schemas.openxmlformats.org/officeDocument/2006/relationships/image"/><Relationship Id="rId53" Target="../media/image158.svg" Type="http://schemas.openxmlformats.org/officeDocument/2006/relationships/image"/><Relationship Id="rId54" Target="../media/image159.png" Type="http://schemas.openxmlformats.org/officeDocument/2006/relationships/image"/><Relationship Id="rId55" Target="../media/image160.svg" Type="http://schemas.openxmlformats.org/officeDocument/2006/relationships/image"/><Relationship Id="rId56" Target="../media/image161.png" Type="http://schemas.openxmlformats.org/officeDocument/2006/relationships/image"/><Relationship Id="rId57" Target="../media/image162.svg" Type="http://schemas.openxmlformats.org/officeDocument/2006/relationships/image"/><Relationship Id="rId58" Target="../media/image163.png" Type="http://schemas.openxmlformats.org/officeDocument/2006/relationships/image"/><Relationship Id="rId59" Target="../media/image164.svg" Type="http://schemas.openxmlformats.org/officeDocument/2006/relationships/image"/><Relationship Id="rId6" Target="../media/image111.png" Type="http://schemas.openxmlformats.org/officeDocument/2006/relationships/image"/><Relationship Id="rId60" Target="../media/image165.svg" Type="http://schemas.openxmlformats.org/officeDocument/2006/relationships/image"/><Relationship Id="rId61" Target="../media/image166.png" Type="http://schemas.openxmlformats.org/officeDocument/2006/relationships/image"/><Relationship Id="rId62" Target="../media/image167.svg" Type="http://schemas.openxmlformats.org/officeDocument/2006/relationships/image"/><Relationship Id="rId63" Target="../media/image168.png" Type="http://schemas.openxmlformats.org/officeDocument/2006/relationships/image"/><Relationship Id="rId64" Target="../media/image169.svg" Type="http://schemas.openxmlformats.org/officeDocument/2006/relationships/image"/><Relationship Id="rId65" Target="../media/image170.svg" Type="http://schemas.openxmlformats.org/officeDocument/2006/relationships/image"/><Relationship Id="rId66" Target="../media/image171.png" Type="http://schemas.openxmlformats.org/officeDocument/2006/relationships/image"/><Relationship Id="rId67" Target="../media/image172.svg" Type="http://schemas.openxmlformats.org/officeDocument/2006/relationships/image"/><Relationship Id="rId68" Target="../media/image173.png" Type="http://schemas.openxmlformats.org/officeDocument/2006/relationships/image"/><Relationship Id="rId69" Target="../media/image174.svg" Type="http://schemas.openxmlformats.org/officeDocument/2006/relationships/image"/><Relationship Id="rId7" Target="../media/image112.svg" Type="http://schemas.openxmlformats.org/officeDocument/2006/relationships/image"/><Relationship Id="rId70" Target="../media/image175.png" Type="http://schemas.openxmlformats.org/officeDocument/2006/relationships/image"/><Relationship Id="rId71" Target="../media/image176.svg" Type="http://schemas.openxmlformats.org/officeDocument/2006/relationships/image"/><Relationship Id="rId72" Target="../media/image177.png" Type="http://schemas.openxmlformats.org/officeDocument/2006/relationships/image"/><Relationship Id="rId73" Target="../media/image178.svg" Type="http://schemas.openxmlformats.org/officeDocument/2006/relationships/image"/><Relationship Id="rId8" Target="../media/image113.png" Type="http://schemas.openxmlformats.org/officeDocument/2006/relationships/image"/><Relationship Id="rId9" Target="../media/image1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7.png" Type="http://schemas.openxmlformats.org/officeDocument/2006/relationships/image"/><Relationship Id="rId11" Target="../media/image188.svg" Type="http://schemas.openxmlformats.org/officeDocument/2006/relationships/image"/><Relationship Id="rId2" Target="../media/image179.png" Type="http://schemas.openxmlformats.org/officeDocument/2006/relationships/image"/><Relationship Id="rId3" Target="../media/image180.svg" Type="http://schemas.openxmlformats.org/officeDocument/2006/relationships/image"/><Relationship Id="rId4" Target="../media/image181.png" Type="http://schemas.openxmlformats.org/officeDocument/2006/relationships/image"/><Relationship Id="rId5" Target="../media/image182.svg" Type="http://schemas.openxmlformats.org/officeDocument/2006/relationships/image"/><Relationship Id="rId6" Target="../media/image183.png" Type="http://schemas.openxmlformats.org/officeDocument/2006/relationships/image"/><Relationship Id="rId7" Target="../media/image184.svg" Type="http://schemas.openxmlformats.org/officeDocument/2006/relationships/image"/><Relationship Id="rId8" Target="../media/image185.png" Type="http://schemas.openxmlformats.org/officeDocument/2006/relationships/image"/><Relationship Id="rId9" Target="../media/image18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7.png" Type="http://schemas.openxmlformats.org/officeDocument/2006/relationships/image"/><Relationship Id="rId100" Target="../media/image287.svg" Type="http://schemas.openxmlformats.org/officeDocument/2006/relationships/image"/><Relationship Id="rId101" Target="../media/image288.png" Type="http://schemas.openxmlformats.org/officeDocument/2006/relationships/image"/><Relationship Id="rId102" Target="../media/image289.svg" Type="http://schemas.openxmlformats.org/officeDocument/2006/relationships/image"/><Relationship Id="rId103" Target="../media/image290.png" Type="http://schemas.openxmlformats.org/officeDocument/2006/relationships/image"/><Relationship Id="rId104" Target="../media/image291.svg" Type="http://schemas.openxmlformats.org/officeDocument/2006/relationships/image"/><Relationship Id="rId105" Target="../media/image292.png" Type="http://schemas.openxmlformats.org/officeDocument/2006/relationships/image"/><Relationship Id="rId106" Target="../media/image293.svg" Type="http://schemas.openxmlformats.org/officeDocument/2006/relationships/image"/><Relationship Id="rId107" Target="../media/image294.png" Type="http://schemas.openxmlformats.org/officeDocument/2006/relationships/image"/><Relationship Id="rId108" Target="../media/image295.svg" Type="http://schemas.openxmlformats.org/officeDocument/2006/relationships/image"/><Relationship Id="rId109" Target="../media/image296.png" Type="http://schemas.openxmlformats.org/officeDocument/2006/relationships/image"/><Relationship Id="rId11" Target="../media/image198.svg" Type="http://schemas.openxmlformats.org/officeDocument/2006/relationships/image"/><Relationship Id="rId110" Target="../media/image297.svg" Type="http://schemas.openxmlformats.org/officeDocument/2006/relationships/image"/><Relationship Id="rId111" Target="../media/image298.png" Type="http://schemas.openxmlformats.org/officeDocument/2006/relationships/image"/><Relationship Id="rId112" Target="../media/image299.svg" Type="http://schemas.openxmlformats.org/officeDocument/2006/relationships/image"/><Relationship Id="rId113" Target="../media/image300.png" Type="http://schemas.openxmlformats.org/officeDocument/2006/relationships/image"/><Relationship Id="rId114" Target="../media/image301.svg" Type="http://schemas.openxmlformats.org/officeDocument/2006/relationships/image"/><Relationship Id="rId115" Target="../media/image302.png" Type="http://schemas.openxmlformats.org/officeDocument/2006/relationships/image"/><Relationship Id="rId116" Target="../media/image303.svg" Type="http://schemas.openxmlformats.org/officeDocument/2006/relationships/image"/><Relationship Id="rId117" Target="../media/image304.png" Type="http://schemas.openxmlformats.org/officeDocument/2006/relationships/image"/><Relationship Id="rId118" Target="../media/image305.svg" Type="http://schemas.openxmlformats.org/officeDocument/2006/relationships/image"/><Relationship Id="rId119" Target="../media/image306.png" Type="http://schemas.openxmlformats.org/officeDocument/2006/relationships/image"/><Relationship Id="rId12" Target="../media/image199.png" Type="http://schemas.openxmlformats.org/officeDocument/2006/relationships/image"/><Relationship Id="rId120" Target="../media/image307.svg" Type="http://schemas.openxmlformats.org/officeDocument/2006/relationships/image"/><Relationship Id="rId121" Target="../media/image308.png" Type="http://schemas.openxmlformats.org/officeDocument/2006/relationships/image"/><Relationship Id="rId122" Target="../media/image309.svg" Type="http://schemas.openxmlformats.org/officeDocument/2006/relationships/image"/><Relationship Id="rId123" Target="../media/image310.png" Type="http://schemas.openxmlformats.org/officeDocument/2006/relationships/image"/><Relationship Id="rId124" Target="../media/image311.svg" Type="http://schemas.openxmlformats.org/officeDocument/2006/relationships/image"/><Relationship Id="rId125" Target="../media/image312.png" Type="http://schemas.openxmlformats.org/officeDocument/2006/relationships/image"/><Relationship Id="rId126" Target="../media/image313.svg" Type="http://schemas.openxmlformats.org/officeDocument/2006/relationships/image"/><Relationship Id="rId127" Target="../media/image314.png" Type="http://schemas.openxmlformats.org/officeDocument/2006/relationships/image"/><Relationship Id="rId128" Target="../media/image315.svg" Type="http://schemas.openxmlformats.org/officeDocument/2006/relationships/image"/><Relationship Id="rId129" Target="../media/image316.png" Type="http://schemas.openxmlformats.org/officeDocument/2006/relationships/image"/><Relationship Id="rId13" Target="../media/image200.svg" Type="http://schemas.openxmlformats.org/officeDocument/2006/relationships/image"/><Relationship Id="rId130" Target="../media/image317.svg" Type="http://schemas.openxmlformats.org/officeDocument/2006/relationships/image"/><Relationship Id="rId131" Target="../media/image318.png" Type="http://schemas.openxmlformats.org/officeDocument/2006/relationships/image"/><Relationship Id="rId132" Target="../media/image319.svg" Type="http://schemas.openxmlformats.org/officeDocument/2006/relationships/image"/><Relationship Id="rId133" Target="../media/image320.png" Type="http://schemas.openxmlformats.org/officeDocument/2006/relationships/image"/><Relationship Id="rId134" Target="../media/image321.svg" Type="http://schemas.openxmlformats.org/officeDocument/2006/relationships/image"/><Relationship Id="rId135" Target="../media/image322.png" Type="http://schemas.openxmlformats.org/officeDocument/2006/relationships/image"/><Relationship Id="rId136" Target="../media/image323.svg" Type="http://schemas.openxmlformats.org/officeDocument/2006/relationships/image"/><Relationship Id="rId137" Target="../media/image324.png" Type="http://schemas.openxmlformats.org/officeDocument/2006/relationships/image"/><Relationship Id="rId138" Target="../media/image325.svg" Type="http://schemas.openxmlformats.org/officeDocument/2006/relationships/image"/><Relationship Id="rId139" Target="../media/image326.png" Type="http://schemas.openxmlformats.org/officeDocument/2006/relationships/image"/><Relationship Id="rId14" Target="../media/image201.png" Type="http://schemas.openxmlformats.org/officeDocument/2006/relationships/image"/><Relationship Id="rId140" Target="../media/image327.svg" Type="http://schemas.openxmlformats.org/officeDocument/2006/relationships/image"/><Relationship Id="rId141" Target="../media/image328.png" Type="http://schemas.openxmlformats.org/officeDocument/2006/relationships/image"/><Relationship Id="rId142" Target="../media/image329.svg" Type="http://schemas.openxmlformats.org/officeDocument/2006/relationships/image"/><Relationship Id="rId143" Target="../media/image330.png" Type="http://schemas.openxmlformats.org/officeDocument/2006/relationships/image"/><Relationship Id="rId144" Target="../media/image331.svg" Type="http://schemas.openxmlformats.org/officeDocument/2006/relationships/image"/><Relationship Id="rId145" Target="../media/image332.png" Type="http://schemas.openxmlformats.org/officeDocument/2006/relationships/image"/><Relationship Id="rId146" Target="../media/image333.svg" Type="http://schemas.openxmlformats.org/officeDocument/2006/relationships/image"/><Relationship Id="rId147" Target="../media/image334.png" Type="http://schemas.openxmlformats.org/officeDocument/2006/relationships/image"/><Relationship Id="rId148" Target="../media/image335.svg" Type="http://schemas.openxmlformats.org/officeDocument/2006/relationships/image"/><Relationship Id="rId149" Target="../media/image336.png" Type="http://schemas.openxmlformats.org/officeDocument/2006/relationships/image"/><Relationship Id="rId15" Target="../media/image202.svg" Type="http://schemas.openxmlformats.org/officeDocument/2006/relationships/image"/><Relationship Id="rId150" Target="../media/image337.svg" Type="http://schemas.openxmlformats.org/officeDocument/2006/relationships/image"/><Relationship Id="rId151" Target="../media/image338.png" Type="http://schemas.openxmlformats.org/officeDocument/2006/relationships/image"/><Relationship Id="rId152" Target="../media/image339.svg" Type="http://schemas.openxmlformats.org/officeDocument/2006/relationships/image"/><Relationship Id="rId153" Target="../media/image340.png" Type="http://schemas.openxmlformats.org/officeDocument/2006/relationships/image"/><Relationship Id="rId154" Target="../media/image341.svg" Type="http://schemas.openxmlformats.org/officeDocument/2006/relationships/image"/><Relationship Id="rId155" Target="../media/image342.png" Type="http://schemas.openxmlformats.org/officeDocument/2006/relationships/image"/><Relationship Id="rId156" Target="../media/image343.svg" Type="http://schemas.openxmlformats.org/officeDocument/2006/relationships/image"/><Relationship Id="rId157" Target="../media/image344.png" Type="http://schemas.openxmlformats.org/officeDocument/2006/relationships/image"/><Relationship Id="rId158" Target="../media/image345.svg" Type="http://schemas.openxmlformats.org/officeDocument/2006/relationships/image"/><Relationship Id="rId159" Target="../media/image346.png" Type="http://schemas.openxmlformats.org/officeDocument/2006/relationships/image"/><Relationship Id="rId16" Target="../media/image203.png" Type="http://schemas.openxmlformats.org/officeDocument/2006/relationships/image"/><Relationship Id="rId160" Target="../media/image347.svg" Type="http://schemas.openxmlformats.org/officeDocument/2006/relationships/image"/><Relationship Id="rId161" Target="../media/image348.png" Type="http://schemas.openxmlformats.org/officeDocument/2006/relationships/image"/><Relationship Id="rId162" Target="../media/image349.svg" Type="http://schemas.openxmlformats.org/officeDocument/2006/relationships/image"/><Relationship Id="rId163" Target="../media/image350.png" Type="http://schemas.openxmlformats.org/officeDocument/2006/relationships/image"/><Relationship Id="rId164" Target="../media/image351.svg" Type="http://schemas.openxmlformats.org/officeDocument/2006/relationships/image"/><Relationship Id="rId165" Target="../media/image352.png" Type="http://schemas.openxmlformats.org/officeDocument/2006/relationships/image"/><Relationship Id="rId166" Target="../media/image353.svg" Type="http://schemas.openxmlformats.org/officeDocument/2006/relationships/image"/><Relationship Id="rId167" Target="../media/image354.png" Type="http://schemas.openxmlformats.org/officeDocument/2006/relationships/image"/><Relationship Id="rId168" Target="../media/image355.svg" Type="http://schemas.openxmlformats.org/officeDocument/2006/relationships/image"/><Relationship Id="rId169" Target="../media/image356.png" Type="http://schemas.openxmlformats.org/officeDocument/2006/relationships/image"/><Relationship Id="rId17" Target="../media/image204.svg" Type="http://schemas.openxmlformats.org/officeDocument/2006/relationships/image"/><Relationship Id="rId170" Target="../media/image357.svg" Type="http://schemas.openxmlformats.org/officeDocument/2006/relationships/image"/><Relationship Id="rId171" Target="../media/image358.png" Type="http://schemas.openxmlformats.org/officeDocument/2006/relationships/image"/><Relationship Id="rId172" Target="../media/image359.svg" Type="http://schemas.openxmlformats.org/officeDocument/2006/relationships/image"/><Relationship Id="rId173" Target="../media/image360.png" Type="http://schemas.openxmlformats.org/officeDocument/2006/relationships/image"/><Relationship Id="rId174" Target="../media/image361.svg" Type="http://schemas.openxmlformats.org/officeDocument/2006/relationships/image"/><Relationship Id="rId175" Target="../media/image362.png" Type="http://schemas.openxmlformats.org/officeDocument/2006/relationships/image"/><Relationship Id="rId176" Target="../media/image363.svg" Type="http://schemas.openxmlformats.org/officeDocument/2006/relationships/image"/><Relationship Id="rId177" Target="../media/image364.png" Type="http://schemas.openxmlformats.org/officeDocument/2006/relationships/image"/><Relationship Id="rId178" Target="../media/image365.svg" Type="http://schemas.openxmlformats.org/officeDocument/2006/relationships/image"/><Relationship Id="rId179" Target="../media/image366.png" Type="http://schemas.openxmlformats.org/officeDocument/2006/relationships/image"/><Relationship Id="rId18" Target="../media/image205.png" Type="http://schemas.openxmlformats.org/officeDocument/2006/relationships/image"/><Relationship Id="rId180" Target="../media/image367.svg" Type="http://schemas.openxmlformats.org/officeDocument/2006/relationships/image"/><Relationship Id="rId181" Target="../media/image368.png" Type="http://schemas.openxmlformats.org/officeDocument/2006/relationships/image"/><Relationship Id="rId182" Target="../media/image369.svg" Type="http://schemas.openxmlformats.org/officeDocument/2006/relationships/image"/><Relationship Id="rId183" Target="../media/image370.png" Type="http://schemas.openxmlformats.org/officeDocument/2006/relationships/image"/><Relationship Id="rId184" Target="../media/image371.svg" Type="http://schemas.openxmlformats.org/officeDocument/2006/relationships/image"/><Relationship Id="rId185" Target="../media/image372.png" Type="http://schemas.openxmlformats.org/officeDocument/2006/relationships/image"/><Relationship Id="rId186" Target="../media/image373.svg" Type="http://schemas.openxmlformats.org/officeDocument/2006/relationships/image"/><Relationship Id="rId187" Target="../media/image374.png" Type="http://schemas.openxmlformats.org/officeDocument/2006/relationships/image"/><Relationship Id="rId188" Target="../media/image375.svg" Type="http://schemas.openxmlformats.org/officeDocument/2006/relationships/image"/><Relationship Id="rId189" Target="../media/image376.png" Type="http://schemas.openxmlformats.org/officeDocument/2006/relationships/image"/><Relationship Id="rId19" Target="../media/image206.svg" Type="http://schemas.openxmlformats.org/officeDocument/2006/relationships/image"/><Relationship Id="rId190" Target="../media/image377.svg" Type="http://schemas.openxmlformats.org/officeDocument/2006/relationships/image"/><Relationship Id="rId191" Target="../media/image378.png" Type="http://schemas.openxmlformats.org/officeDocument/2006/relationships/image"/><Relationship Id="rId192" Target="../media/image379.svg" Type="http://schemas.openxmlformats.org/officeDocument/2006/relationships/image"/><Relationship Id="rId193" Target="../media/image380.png" Type="http://schemas.openxmlformats.org/officeDocument/2006/relationships/image"/><Relationship Id="rId194" Target="../media/image381.svg" Type="http://schemas.openxmlformats.org/officeDocument/2006/relationships/image"/><Relationship Id="rId195" Target="../media/image382.png" Type="http://schemas.openxmlformats.org/officeDocument/2006/relationships/image"/><Relationship Id="rId196" Target="../media/image383.svg" Type="http://schemas.openxmlformats.org/officeDocument/2006/relationships/image"/><Relationship Id="rId197" Target="../media/image384.png" Type="http://schemas.openxmlformats.org/officeDocument/2006/relationships/image"/><Relationship Id="rId198" Target="../media/image385.svg" Type="http://schemas.openxmlformats.org/officeDocument/2006/relationships/image"/><Relationship Id="rId199" Target="../media/image386.png" Type="http://schemas.openxmlformats.org/officeDocument/2006/relationships/image"/><Relationship Id="rId2" Target="../media/image189.png" Type="http://schemas.openxmlformats.org/officeDocument/2006/relationships/image"/><Relationship Id="rId20" Target="../media/image207.png" Type="http://schemas.openxmlformats.org/officeDocument/2006/relationships/image"/><Relationship Id="rId200" Target="../media/image387.svg" Type="http://schemas.openxmlformats.org/officeDocument/2006/relationships/image"/><Relationship Id="rId201" Target="../media/image388.png" Type="http://schemas.openxmlformats.org/officeDocument/2006/relationships/image"/><Relationship Id="rId202" Target="../media/image389.svg" Type="http://schemas.openxmlformats.org/officeDocument/2006/relationships/image"/><Relationship Id="rId203" Target="../media/image390.png" Type="http://schemas.openxmlformats.org/officeDocument/2006/relationships/image"/><Relationship Id="rId204" Target="../media/image391.svg" Type="http://schemas.openxmlformats.org/officeDocument/2006/relationships/image"/><Relationship Id="rId205" Target="../media/image392.png" Type="http://schemas.openxmlformats.org/officeDocument/2006/relationships/image"/><Relationship Id="rId206" Target="../media/image393.svg" Type="http://schemas.openxmlformats.org/officeDocument/2006/relationships/image"/><Relationship Id="rId207" Target="../media/image394.png" Type="http://schemas.openxmlformats.org/officeDocument/2006/relationships/image"/><Relationship Id="rId208" Target="../media/image395.svg" Type="http://schemas.openxmlformats.org/officeDocument/2006/relationships/image"/><Relationship Id="rId209" Target="../media/image396.png" Type="http://schemas.openxmlformats.org/officeDocument/2006/relationships/image"/><Relationship Id="rId21" Target="../media/image208.svg" Type="http://schemas.openxmlformats.org/officeDocument/2006/relationships/image"/><Relationship Id="rId210" Target="../media/image397.svg" Type="http://schemas.openxmlformats.org/officeDocument/2006/relationships/image"/><Relationship Id="rId211" Target="../media/image398.png" Type="http://schemas.openxmlformats.org/officeDocument/2006/relationships/image"/><Relationship Id="rId212" Target="../media/image399.svg" Type="http://schemas.openxmlformats.org/officeDocument/2006/relationships/image"/><Relationship Id="rId213" Target="../media/image400.png" Type="http://schemas.openxmlformats.org/officeDocument/2006/relationships/image"/><Relationship Id="rId214" Target="../media/image401.svg" Type="http://schemas.openxmlformats.org/officeDocument/2006/relationships/image"/><Relationship Id="rId215" Target="../media/image402.png" Type="http://schemas.openxmlformats.org/officeDocument/2006/relationships/image"/><Relationship Id="rId216" Target="../media/image403.svg" Type="http://schemas.openxmlformats.org/officeDocument/2006/relationships/image"/><Relationship Id="rId217" Target="../media/image404.png" Type="http://schemas.openxmlformats.org/officeDocument/2006/relationships/image"/><Relationship Id="rId218" Target="../media/image405.svg" Type="http://schemas.openxmlformats.org/officeDocument/2006/relationships/image"/><Relationship Id="rId219" Target="../media/image406.png" Type="http://schemas.openxmlformats.org/officeDocument/2006/relationships/image"/><Relationship Id="rId22" Target="../media/image209.png" Type="http://schemas.openxmlformats.org/officeDocument/2006/relationships/image"/><Relationship Id="rId220" Target="../media/image407.svg" Type="http://schemas.openxmlformats.org/officeDocument/2006/relationships/image"/><Relationship Id="rId221" Target="../media/image408.png" Type="http://schemas.openxmlformats.org/officeDocument/2006/relationships/image"/><Relationship Id="rId222" Target="../media/image409.svg" Type="http://schemas.openxmlformats.org/officeDocument/2006/relationships/image"/><Relationship Id="rId223" Target="../media/image410.png" Type="http://schemas.openxmlformats.org/officeDocument/2006/relationships/image"/><Relationship Id="rId224" Target="../media/image411.svg" Type="http://schemas.openxmlformats.org/officeDocument/2006/relationships/image"/><Relationship Id="rId225" Target="../media/image412.png" Type="http://schemas.openxmlformats.org/officeDocument/2006/relationships/image"/><Relationship Id="rId226" Target="../media/image413.svg" Type="http://schemas.openxmlformats.org/officeDocument/2006/relationships/image"/><Relationship Id="rId227" Target="../media/image414.png" Type="http://schemas.openxmlformats.org/officeDocument/2006/relationships/image"/><Relationship Id="rId228" Target="../media/image415.svg" Type="http://schemas.openxmlformats.org/officeDocument/2006/relationships/image"/><Relationship Id="rId229" Target="../media/image416.png" Type="http://schemas.openxmlformats.org/officeDocument/2006/relationships/image"/><Relationship Id="rId23" Target="../media/image210.svg" Type="http://schemas.openxmlformats.org/officeDocument/2006/relationships/image"/><Relationship Id="rId230" Target="../media/image417.svg" Type="http://schemas.openxmlformats.org/officeDocument/2006/relationships/image"/><Relationship Id="rId231" Target="../media/image418.png" Type="http://schemas.openxmlformats.org/officeDocument/2006/relationships/image"/><Relationship Id="rId232" Target="../media/image419.svg" Type="http://schemas.openxmlformats.org/officeDocument/2006/relationships/image"/><Relationship Id="rId233" Target="../media/image420.png" Type="http://schemas.openxmlformats.org/officeDocument/2006/relationships/image"/><Relationship Id="rId234" Target="../media/image421.svg" Type="http://schemas.openxmlformats.org/officeDocument/2006/relationships/image"/><Relationship Id="rId235" Target="../media/image422.png" Type="http://schemas.openxmlformats.org/officeDocument/2006/relationships/image"/><Relationship Id="rId236" Target="../media/image423.svg" Type="http://schemas.openxmlformats.org/officeDocument/2006/relationships/image"/><Relationship Id="rId237" Target="../media/image424.png" Type="http://schemas.openxmlformats.org/officeDocument/2006/relationships/image"/><Relationship Id="rId238" Target="../media/image425.svg" Type="http://schemas.openxmlformats.org/officeDocument/2006/relationships/image"/><Relationship Id="rId239" Target="../media/image426.png" Type="http://schemas.openxmlformats.org/officeDocument/2006/relationships/image"/><Relationship Id="rId24" Target="../media/image211.png" Type="http://schemas.openxmlformats.org/officeDocument/2006/relationships/image"/><Relationship Id="rId240" Target="../media/image427.svg" Type="http://schemas.openxmlformats.org/officeDocument/2006/relationships/image"/><Relationship Id="rId241" Target="../media/image428.png" Type="http://schemas.openxmlformats.org/officeDocument/2006/relationships/image"/><Relationship Id="rId242" Target="../media/image429.svg" Type="http://schemas.openxmlformats.org/officeDocument/2006/relationships/image"/><Relationship Id="rId243" Target="../media/image430.png" Type="http://schemas.openxmlformats.org/officeDocument/2006/relationships/image"/><Relationship Id="rId244" Target="../media/image431.svg" Type="http://schemas.openxmlformats.org/officeDocument/2006/relationships/image"/><Relationship Id="rId245" Target="../media/image432.png" Type="http://schemas.openxmlformats.org/officeDocument/2006/relationships/image"/><Relationship Id="rId246" Target="../media/image433.svg" Type="http://schemas.openxmlformats.org/officeDocument/2006/relationships/image"/><Relationship Id="rId247" Target="../media/image434.png" Type="http://schemas.openxmlformats.org/officeDocument/2006/relationships/image"/><Relationship Id="rId248" Target="../media/image435.svg" Type="http://schemas.openxmlformats.org/officeDocument/2006/relationships/image"/><Relationship Id="rId249" Target="../media/image436.png" Type="http://schemas.openxmlformats.org/officeDocument/2006/relationships/image"/><Relationship Id="rId25" Target="../media/image212.svg" Type="http://schemas.openxmlformats.org/officeDocument/2006/relationships/image"/><Relationship Id="rId250" Target="../media/image437.png" Type="http://schemas.openxmlformats.org/officeDocument/2006/relationships/image"/><Relationship Id="rId251" Target="../media/image438.svg" Type="http://schemas.openxmlformats.org/officeDocument/2006/relationships/image"/><Relationship Id="rId252" Target="../media/image439.png" Type="http://schemas.openxmlformats.org/officeDocument/2006/relationships/image"/><Relationship Id="rId253" Target="../media/image440.svg" Type="http://schemas.openxmlformats.org/officeDocument/2006/relationships/image"/><Relationship Id="rId254" Target="../media/image441.svg" Type="http://schemas.openxmlformats.org/officeDocument/2006/relationships/image"/><Relationship Id="rId255" Target="../media/image442.svg" Type="http://schemas.openxmlformats.org/officeDocument/2006/relationships/image"/><Relationship Id="rId256" Target="../media/image443.svg" Type="http://schemas.openxmlformats.org/officeDocument/2006/relationships/image"/><Relationship Id="rId257" Target="../media/image444.svg" Type="http://schemas.openxmlformats.org/officeDocument/2006/relationships/image"/><Relationship Id="rId258" Target="../media/image445.svg" Type="http://schemas.openxmlformats.org/officeDocument/2006/relationships/image"/><Relationship Id="rId259" Target="../media/image446.svg" Type="http://schemas.openxmlformats.org/officeDocument/2006/relationships/image"/><Relationship Id="rId26" Target="../media/image213.png" Type="http://schemas.openxmlformats.org/officeDocument/2006/relationships/image"/><Relationship Id="rId260" Target="../media/image447.png" Type="http://schemas.openxmlformats.org/officeDocument/2006/relationships/image"/><Relationship Id="rId261" Target="../media/image448.svg" Type="http://schemas.openxmlformats.org/officeDocument/2006/relationships/image"/><Relationship Id="rId262" Target="../media/image449.png" Type="http://schemas.openxmlformats.org/officeDocument/2006/relationships/image"/><Relationship Id="rId263" Target="../media/image450.svg" Type="http://schemas.openxmlformats.org/officeDocument/2006/relationships/image"/><Relationship Id="rId264" Target="../media/image451.png" Type="http://schemas.openxmlformats.org/officeDocument/2006/relationships/image"/><Relationship Id="rId265" Target="../media/image452.svg" Type="http://schemas.openxmlformats.org/officeDocument/2006/relationships/image"/><Relationship Id="rId266" Target="../media/image453.png" Type="http://schemas.openxmlformats.org/officeDocument/2006/relationships/image"/><Relationship Id="rId267" Target="../media/image454.svg" Type="http://schemas.openxmlformats.org/officeDocument/2006/relationships/image"/><Relationship Id="rId268" Target="../media/image455.png" Type="http://schemas.openxmlformats.org/officeDocument/2006/relationships/image"/><Relationship Id="rId269" Target="../media/image456.svg" Type="http://schemas.openxmlformats.org/officeDocument/2006/relationships/image"/><Relationship Id="rId27" Target="../media/image214.svg" Type="http://schemas.openxmlformats.org/officeDocument/2006/relationships/image"/><Relationship Id="rId270" Target="../media/image457.png" Type="http://schemas.openxmlformats.org/officeDocument/2006/relationships/image"/><Relationship Id="rId271" Target="../media/image458.svg" Type="http://schemas.openxmlformats.org/officeDocument/2006/relationships/image"/><Relationship Id="rId272" Target="../media/image459.png" Type="http://schemas.openxmlformats.org/officeDocument/2006/relationships/image"/><Relationship Id="rId273" Target="../media/image460.svg" Type="http://schemas.openxmlformats.org/officeDocument/2006/relationships/image"/><Relationship Id="rId274" Target="../media/image461.png" Type="http://schemas.openxmlformats.org/officeDocument/2006/relationships/image"/><Relationship Id="rId275" Target="../media/image462.svg" Type="http://schemas.openxmlformats.org/officeDocument/2006/relationships/image"/><Relationship Id="rId276" Target="../media/image463.png" Type="http://schemas.openxmlformats.org/officeDocument/2006/relationships/image"/><Relationship Id="rId277" Target="../media/image464.svg" Type="http://schemas.openxmlformats.org/officeDocument/2006/relationships/image"/><Relationship Id="rId278" Target="../media/image465.png" Type="http://schemas.openxmlformats.org/officeDocument/2006/relationships/image"/><Relationship Id="rId279" Target="../media/image466.svg" Type="http://schemas.openxmlformats.org/officeDocument/2006/relationships/image"/><Relationship Id="rId28" Target="../media/image215.png" Type="http://schemas.openxmlformats.org/officeDocument/2006/relationships/image"/><Relationship Id="rId280" Target="../media/image467.png" Type="http://schemas.openxmlformats.org/officeDocument/2006/relationships/image"/><Relationship Id="rId281" Target="../media/image468.svg" Type="http://schemas.openxmlformats.org/officeDocument/2006/relationships/image"/><Relationship Id="rId282" Target="../media/image469.png" Type="http://schemas.openxmlformats.org/officeDocument/2006/relationships/image"/><Relationship Id="rId283" Target="../media/image470.svg" Type="http://schemas.openxmlformats.org/officeDocument/2006/relationships/image"/><Relationship Id="rId284" Target="../media/image471.png" Type="http://schemas.openxmlformats.org/officeDocument/2006/relationships/image"/><Relationship Id="rId285" Target="../media/image472.svg" Type="http://schemas.openxmlformats.org/officeDocument/2006/relationships/image"/><Relationship Id="rId286" Target="../media/image473.png" Type="http://schemas.openxmlformats.org/officeDocument/2006/relationships/image"/><Relationship Id="rId287" Target="../media/image474.svg" Type="http://schemas.openxmlformats.org/officeDocument/2006/relationships/image"/><Relationship Id="rId288" Target="../media/image475.png" Type="http://schemas.openxmlformats.org/officeDocument/2006/relationships/image"/><Relationship Id="rId289" Target="../media/image476.svg" Type="http://schemas.openxmlformats.org/officeDocument/2006/relationships/image"/><Relationship Id="rId29" Target="../media/image216.svg" Type="http://schemas.openxmlformats.org/officeDocument/2006/relationships/image"/><Relationship Id="rId290" Target="../media/image477.png" Type="http://schemas.openxmlformats.org/officeDocument/2006/relationships/image"/><Relationship Id="rId291" Target="../media/image478.svg" Type="http://schemas.openxmlformats.org/officeDocument/2006/relationships/image"/><Relationship Id="rId292" Target="../media/image479.png" Type="http://schemas.openxmlformats.org/officeDocument/2006/relationships/image"/><Relationship Id="rId293" Target="../media/image480.svg" Type="http://schemas.openxmlformats.org/officeDocument/2006/relationships/image"/><Relationship Id="rId294" Target="../media/image481.png" Type="http://schemas.openxmlformats.org/officeDocument/2006/relationships/image"/><Relationship Id="rId295" Target="../media/image482.svg" Type="http://schemas.openxmlformats.org/officeDocument/2006/relationships/image"/><Relationship Id="rId296" Target="../media/image483.png" Type="http://schemas.openxmlformats.org/officeDocument/2006/relationships/image"/><Relationship Id="rId297" Target="../media/image484.svg" Type="http://schemas.openxmlformats.org/officeDocument/2006/relationships/image"/><Relationship Id="rId3" Target="../media/image190.svg" Type="http://schemas.openxmlformats.org/officeDocument/2006/relationships/image"/><Relationship Id="rId30" Target="../media/image217.png" Type="http://schemas.openxmlformats.org/officeDocument/2006/relationships/image"/><Relationship Id="rId31" Target="../media/image218.svg" Type="http://schemas.openxmlformats.org/officeDocument/2006/relationships/image"/><Relationship Id="rId32" Target="../media/image219.png" Type="http://schemas.openxmlformats.org/officeDocument/2006/relationships/image"/><Relationship Id="rId33" Target="../media/image220.svg" Type="http://schemas.openxmlformats.org/officeDocument/2006/relationships/image"/><Relationship Id="rId34" Target="../media/image221.png" Type="http://schemas.openxmlformats.org/officeDocument/2006/relationships/image"/><Relationship Id="rId35" Target="../media/image222.svg" Type="http://schemas.openxmlformats.org/officeDocument/2006/relationships/image"/><Relationship Id="rId36" Target="../media/image223.png" Type="http://schemas.openxmlformats.org/officeDocument/2006/relationships/image"/><Relationship Id="rId37" Target="../media/image224.svg" Type="http://schemas.openxmlformats.org/officeDocument/2006/relationships/image"/><Relationship Id="rId38" Target="../media/image225.png" Type="http://schemas.openxmlformats.org/officeDocument/2006/relationships/image"/><Relationship Id="rId39" Target="../media/image226.svg" Type="http://schemas.openxmlformats.org/officeDocument/2006/relationships/image"/><Relationship Id="rId4" Target="../media/image191.png" Type="http://schemas.openxmlformats.org/officeDocument/2006/relationships/image"/><Relationship Id="rId40" Target="../media/image227.png" Type="http://schemas.openxmlformats.org/officeDocument/2006/relationships/image"/><Relationship Id="rId41" Target="../media/image228.svg" Type="http://schemas.openxmlformats.org/officeDocument/2006/relationships/image"/><Relationship Id="rId42" Target="../media/image229.png" Type="http://schemas.openxmlformats.org/officeDocument/2006/relationships/image"/><Relationship Id="rId43" Target="../media/image230.svg" Type="http://schemas.openxmlformats.org/officeDocument/2006/relationships/image"/><Relationship Id="rId44" Target="../media/image231.png" Type="http://schemas.openxmlformats.org/officeDocument/2006/relationships/image"/><Relationship Id="rId45" Target="../media/image232.svg" Type="http://schemas.openxmlformats.org/officeDocument/2006/relationships/image"/><Relationship Id="rId46" Target="../media/image233.png" Type="http://schemas.openxmlformats.org/officeDocument/2006/relationships/image"/><Relationship Id="rId47" Target="../media/image234.svg" Type="http://schemas.openxmlformats.org/officeDocument/2006/relationships/image"/><Relationship Id="rId48" Target="../media/image235.png" Type="http://schemas.openxmlformats.org/officeDocument/2006/relationships/image"/><Relationship Id="rId49" Target="../media/image236.svg" Type="http://schemas.openxmlformats.org/officeDocument/2006/relationships/image"/><Relationship Id="rId5" Target="../media/image192.svg" Type="http://schemas.openxmlformats.org/officeDocument/2006/relationships/image"/><Relationship Id="rId50" Target="../media/image237.png" Type="http://schemas.openxmlformats.org/officeDocument/2006/relationships/image"/><Relationship Id="rId51" Target="../media/image238.svg" Type="http://schemas.openxmlformats.org/officeDocument/2006/relationships/image"/><Relationship Id="rId52" Target="../media/image239.png" Type="http://schemas.openxmlformats.org/officeDocument/2006/relationships/image"/><Relationship Id="rId53" Target="../media/image240.svg" Type="http://schemas.openxmlformats.org/officeDocument/2006/relationships/image"/><Relationship Id="rId54" Target="../media/image241.png" Type="http://schemas.openxmlformats.org/officeDocument/2006/relationships/image"/><Relationship Id="rId55" Target="../media/image242.svg" Type="http://schemas.openxmlformats.org/officeDocument/2006/relationships/image"/><Relationship Id="rId56" Target="../media/image243.png" Type="http://schemas.openxmlformats.org/officeDocument/2006/relationships/image"/><Relationship Id="rId57" Target="../media/image244.svg" Type="http://schemas.openxmlformats.org/officeDocument/2006/relationships/image"/><Relationship Id="rId58" Target="../media/image245.png" Type="http://schemas.openxmlformats.org/officeDocument/2006/relationships/image"/><Relationship Id="rId59" Target="../media/image246.svg" Type="http://schemas.openxmlformats.org/officeDocument/2006/relationships/image"/><Relationship Id="rId6" Target="../media/image193.png" Type="http://schemas.openxmlformats.org/officeDocument/2006/relationships/image"/><Relationship Id="rId60" Target="../media/image247.png" Type="http://schemas.openxmlformats.org/officeDocument/2006/relationships/image"/><Relationship Id="rId61" Target="../media/image248.svg" Type="http://schemas.openxmlformats.org/officeDocument/2006/relationships/image"/><Relationship Id="rId62" Target="../media/image249.png" Type="http://schemas.openxmlformats.org/officeDocument/2006/relationships/image"/><Relationship Id="rId63" Target="../media/image250.svg" Type="http://schemas.openxmlformats.org/officeDocument/2006/relationships/image"/><Relationship Id="rId64" Target="../media/image251.svg" Type="http://schemas.openxmlformats.org/officeDocument/2006/relationships/image"/><Relationship Id="rId65" Target="../media/image252.svg" Type="http://schemas.openxmlformats.org/officeDocument/2006/relationships/image"/><Relationship Id="rId66" Target="../media/image253.svg" Type="http://schemas.openxmlformats.org/officeDocument/2006/relationships/image"/><Relationship Id="rId67" Target="../media/image254.svg" Type="http://schemas.openxmlformats.org/officeDocument/2006/relationships/image"/><Relationship Id="rId68" Target="../media/image255.svg" Type="http://schemas.openxmlformats.org/officeDocument/2006/relationships/image"/><Relationship Id="rId69" Target="../media/image256.png" Type="http://schemas.openxmlformats.org/officeDocument/2006/relationships/image"/><Relationship Id="rId7" Target="../media/image194.svg" Type="http://schemas.openxmlformats.org/officeDocument/2006/relationships/image"/><Relationship Id="rId70" Target="../media/image257.svg" Type="http://schemas.openxmlformats.org/officeDocument/2006/relationships/image"/><Relationship Id="rId71" Target="../media/image258.png" Type="http://schemas.openxmlformats.org/officeDocument/2006/relationships/image"/><Relationship Id="rId72" Target="../media/image259.svg" Type="http://schemas.openxmlformats.org/officeDocument/2006/relationships/image"/><Relationship Id="rId73" Target="../media/image260.png" Type="http://schemas.openxmlformats.org/officeDocument/2006/relationships/image"/><Relationship Id="rId74" Target="../media/image261.svg" Type="http://schemas.openxmlformats.org/officeDocument/2006/relationships/image"/><Relationship Id="rId75" Target="../media/image262.png" Type="http://schemas.openxmlformats.org/officeDocument/2006/relationships/image"/><Relationship Id="rId76" Target="../media/image263.svg" Type="http://schemas.openxmlformats.org/officeDocument/2006/relationships/image"/><Relationship Id="rId77" Target="../media/image264.png" Type="http://schemas.openxmlformats.org/officeDocument/2006/relationships/image"/><Relationship Id="rId78" Target="../media/image265.svg" Type="http://schemas.openxmlformats.org/officeDocument/2006/relationships/image"/><Relationship Id="rId79" Target="../media/image266.png" Type="http://schemas.openxmlformats.org/officeDocument/2006/relationships/image"/><Relationship Id="rId8" Target="../media/image195.png" Type="http://schemas.openxmlformats.org/officeDocument/2006/relationships/image"/><Relationship Id="rId80" Target="../media/image267.svg" Type="http://schemas.openxmlformats.org/officeDocument/2006/relationships/image"/><Relationship Id="rId81" Target="../media/image268.png" Type="http://schemas.openxmlformats.org/officeDocument/2006/relationships/image"/><Relationship Id="rId82" Target="../media/image269.svg" Type="http://schemas.openxmlformats.org/officeDocument/2006/relationships/image"/><Relationship Id="rId83" Target="../media/image270.png" Type="http://schemas.openxmlformats.org/officeDocument/2006/relationships/image"/><Relationship Id="rId84" Target="../media/image271.svg" Type="http://schemas.openxmlformats.org/officeDocument/2006/relationships/image"/><Relationship Id="rId85" Target="../media/image272.png" Type="http://schemas.openxmlformats.org/officeDocument/2006/relationships/image"/><Relationship Id="rId86" Target="../media/image273.svg" Type="http://schemas.openxmlformats.org/officeDocument/2006/relationships/image"/><Relationship Id="rId87" Target="../media/image274.png" Type="http://schemas.openxmlformats.org/officeDocument/2006/relationships/image"/><Relationship Id="rId88" Target="../media/image275.svg" Type="http://schemas.openxmlformats.org/officeDocument/2006/relationships/image"/><Relationship Id="rId89" Target="../media/image276.png" Type="http://schemas.openxmlformats.org/officeDocument/2006/relationships/image"/><Relationship Id="rId9" Target="../media/image196.svg" Type="http://schemas.openxmlformats.org/officeDocument/2006/relationships/image"/><Relationship Id="rId90" Target="../media/image277.svg" Type="http://schemas.openxmlformats.org/officeDocument/2006/relationships/image"/><Relationship Id="rId91" Target="../media/image278.png" Type="http://schemas.openxmlformats.org/officeDocument/2006/relationships/image"/><Relationship Id="rId92" Target="../media/image279.svg" Type="http://schemas.openxmlformats.org/officeDocument/2006/relationships/image"/><Relationship Id="rId93" Target="../media/image280.png" Type="http://schemas.openxmlformats.org/officeDocument/2006/relationships/image"/><Relationship Id="rId94" Target="../media/image281.svg" Type="http://schemas.openxmlformats.org/officeDocument/2006/relationships/image"/><Relationship Id="rId95" Target="../media/image282.png" Type="http://schemas.openxmlformats.org/officeDocument/2006/relationships/image"/><Relationship Id="rId96" Target="../media/image283.svg" Type="http://schemas.openxmlformats.org/officeDocument/2006/relationships/image"/><Relationship Id="rId97" Target="../media/image284.png" Type="http://schemas.openxmlformats.org/officeDocument/2006/relationships/image"/><Relationship Id="rId98" Target="../media/image285.svg" Type="http://schemas.openxmlformats.org/officeDocument/2006/relationships/image"/><Relationship Id="rId99" Target="../media/image28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3.svg" Type="http://schemas.openxmlformats.org/officeDocument/2006/relationships/image"/><Relationship Id="rId100" Target="../media/image583.svg" Type="http://schemas.openxmlformats.org/officeDocument/2006/relationships/image"/><Relationship Id="rId101" Target="../media/image584.png" Type="http://schemas.openxmlformats.org/officeDocument/2006/relationships/image"/><Relationship Id="rId102" Target="../media/image585.svg" Type="http://schemas.openxmlformats.org/officeDocument/2006/relationships/image"/><Relationship Id="rId103" Target="../media/image586.png" Type="http://schemas.openxmlformats.org/officeDocument/2006/relationships/image"/><Relationship Id="rId104" Target="../media/image587.svg" Type="http://schemas.openxmlformats.org/officeDocument/2006/relationships/image"/><Relationship Id="rId105" Target="../media/image588.png" Type="http://schemas.openxmlformats.org/officeDocument/2006/relationships/image"/><Relationship Id="rId106" Target="../media/image589.svg" Type="http://schemas.openxmlformats.org/officeDocument/2006/relationships/image"/><Relationship Id="rId107" Target="../media/image590.png" Type="http://schemas.openxmlformats.org/officeDocument/2006/relationships/image"/><Relationship Id="rId108" Target="../media/image591.svg" Type="http://schemas.openxmlformats.org/officeDocument/2006/relationships/image"/><Relationship Id="rId109" Target="../media/image592.png" Type="http://schemas.openxmlformats.org/officeDocument/2006/relationships/image"/><Relationship Id="rId11" Target="../media/image494.png" Type="http://schemas.openxmlformats.org/officeDocument/2006/relationships/image"/><Relationship Id="rId110" Target="../media/image593.svg" Type="http://schemas.openxmlformats.org/officeDocument/2006/relationships/image"/><Relationship Id="rId111" Target="../media/image594.png" Type="http://schemas.openxmlformats.org/officeDocument/2006/relationships/image"/><Relationship Id="rId112" Target="../media/image595.svg" Type="http://schemas.openxmlformats.org/officeDocument/2006/relationships/image"/><Relationship Id="rId113" Target="../media/image596.png" Type="http://schemas.openxmlformats.org/officeDocument/2006/relationships/image"/><Relationship Id="rId114" Target="../media/image597.svg" Type="http://schemas.openxmlformats.org/officeDocument/2006/relationships/image"/><Relationship Id="rId115" Target="../media/image598.png" Type="http://schemas.openxmlformats.org/officeDocument/2006/relationships/image"/><Relationship Id="rId116" Target="../media/image599.svg" Type="http://schemas.openxmlformats.org/officeDocument/2006/relationships/image"/><Relationship Id="rId117" Target="../media/image600.png" Type="http://schemas.openxmlformats.org/officeDocument/2006/relationships/image"/><Relationship Id="rId118" Target="../media/image601.svg" Type="http://schemas.openxmlformats.org/officeDocument/2006/relationships/image"/><Relationship Id="rId119" Target="../media/image602.png" Type="http://schemas.openxmlformats.org/officeDocument/2006/relationships/image"/><Relationship Id="rId12" Target="../media/image495.svg" Type="http://schemas.openxmlformats.org/officeDocument/2006/relationships/image"/><Relationship Id="rId120" Target="../media/image603.svg" Type="http://schemas.openxmlformats.org/officeDocument/2006/relationships/image"/><Relationship Id="rId121" Target="../media/image604.png" Type="http://schemas.openxmlformats.org/officeDocument/2006/relationships/image"/><Relationship Id="rId122" Target="../media/image605.svg" Type="http://schemas.openxmlformats.org/officeDocument/2006/relationships/image"/><Relationship Id="rId123" Target="../media/image606.png" Type="http://schemas.openxmlformats.org/officeDocument/2006/relationships/image"/><Relationship Id="rId124" Target="../media/image607.svg" Type="http://schemas.openxmlformats.org/officeDocument/2006/relationships/image"/><Relationship Id="rId125" Target="../media/image608.png" Type="http://schemas.openxmlformats.org/officeDocument/2006/relationships/image"/><Relationship Id="rId126" Target="../media/image609.svg" Type="http://schemas.openxmlformats.org/officeDocument/2006/relationships/image"/><Relationship Id="rId127" Target="../media/image610.png" Type="http://schemas.openxmlformats.org/officeDocument/2006/relationships/image"/><Relationship Id="rId128" Target="../media/image611.svg" Type="http://schemas.openxmlformats.org/officeDocument/2006/relationships/image"/><Relationship Id="rId129" Target="../media/image612.png" Type="http://schemas.openxmlformats.org/officeDocument/2006/relationships/image"/><Relationship Id="rId13" Target="../media/image496.png" Type="http://schemas.openxmlformats.org/officeDocument/2006/relationships/image"/><Relationship Id="rId130" Target="../media/image613.svg" Type="http://schemas.openxmlformats.org/officeDocument/2006/relationships/image"/><Relationship Id="rId131" Target="../media/image614.png" Type="http://schemas.openxmlformats.org/officeDocument/2006/relationships/image"/><Relationship Id="rId132" Target="../media/image615.svg" Type="http://schemas.openxmlformats.org/officeDocument/2006/relationships/image"/><Relationship Id="rId133" Target="../media/image616.png" Type="http://schemas.openxmlformats.org/officeDocument/2006/relationships/image"/><Relationship Id="rId134" Target="../media/image617.svg" Type="http://schemas.openxmlformats.org/officeDocument/2006/relationships/image"/><Relationship Id="rId135" Target="../media/image618.png" Type="http://schemas.openxmlformats.org/officeDocument/2006/relationships/image"/><Relationship Id="rId136" Target="../media/image619.svg" Type="http://schemas.openxmlformats.org/officeDocument/2006/relationships/image"/><Relationship Id="rId137" Target="../media/image620.png" Type="http://schemas.openxmlformats.org/officeDocument/2006/relationships/image"/><Relationship Id="rId138" Target="../media/image621.svg" Type="http://schemas.openxmlformats.org/officeDocument/2006/relationships/image"/><Relationship Id="rId139" Target="../media/image622.png" Type="http://schemas.openxmlformats.org/officeDocument/2006/relationships/image"/><Relationship Id="rId14" Target="../media/image497.svg" Type="http://schemas.openxmlformats.org/officeDocument/2006/relationships/image"/><Relationship Id="rId140" Target="../media/image623.svg" Type="http://schemas.openxmlformats.org/officeDocument/2006/relationships/image"/><Relationship Id="rId141" Target="../media/image624.png" Type="http://schemas.openxmlformats.org/officeDocument/2006/relationships/image"/><Relationship Id="rId142" Target="../media/image625.svg" Type="http://schemas.openxmlformats.org/officeDocument/2006/relationships/image"/><Relationship Id="rId143" Target="../media/image626.png" Type="http://schemas.openxmlformats.org/officeDocument/2006/relationships/image"/><Relationship Id="rId144" Target="../media/image627.svg" Type="http://schemas.openxmlformats.org/officeDocument/2006/relationships/image"/><Relationship Id="rId145" Target="../media/image628.png" Type="http://schemas.openxmlformats.org/officeDocument/2006/relationships/image"/><Relationship Id="rId146" Target="../media/image629.svg" Type="http://schemas.openxmlformats.org/officeDocument/2006/relationships/image"/><Relationship Id="rId147" Target="../media/image630.png" Type="http://schemas.openxmlformats.org/officeDocument/2006/relationships/image"/><Relationship Id="rId148" Target="../media/image631.svg" Type="http://schemas.openxmlformats.org/officeDocument/2006/relationships/image"/><Relationship Id="rId149" Target="../media/image632.png" Type="http://schemas.openxmlformats.org/officeDocument/2006/relationships/image"/><Relationship Id="rId15" Target="../media/image498.png" Type="http://schemas.openxmlformats.org/officeDocument/2006/relationships/image"/><Relationship Id="rId150" Target="../media/image633.svg" Type="http://schemas.openxmlformats.org/officeDocument/2006/relationships/image"/><Relationship Id="rId151" Target="../media/image634.png" Type="http://schemas.openxmlformats.org/officeDocument/2006/relationships/image"/><Relationship Id="rId152" Target="../media/image635.svg" Type="http://schemas.openxmlformats.org/officeDocument/2006/relationships/image"/><Relationship Id="rId153" Target="../media/image636.png" Type="http://schemas.openxmlformats.org/officeDocument/2006/relationships/image"/><Relationship Id="rId154" Target="../media/image637.svg" Type="http://schemas.openxmlformats.org/officeDocument/2006/relationships/image"/><Relationship Id="rId155" Target="../media/image638.png" Type="http://schemas.openxmlformats.org/officeDocument/2006/relationships/image"/><Relationship Id="rId156" Target="../media/image639.svg" Type="http://schemas.openxmlformats.org/officeDocument/2006/relationships/image"/><Relationship Id="rId157" Target="../media/image640.png" Type="http://schemas.openxmlformats.org/officeDocument/2006/relationships/image"/><Relationship Id="rId158" Target="../media/image641.svg" Type="http://schemas.openxmlformats.org/officeDocument/2006/relationships/image"/><Relationship Id="rId159" Target="../media/image642.png" Type="http://schemas.openxmlformats.org/officeDocument/2006/relationships/image"/><Relationship Id="rId16" Target="../media/image499.svg" Type="http://schemas.openxmlformats.org/officeDocument/2006/relationships/image"/><Relationship Id="rId160" Target="../media/image643.svg" Type="http://schemas.openxmlformats.org/officeDocument/2006/relationships/image"/><Relationship Id="rId161" Target="../media/image644.png" Type="http://schemas.openxmlformats.org/officeDocument/2006/relationships/image"/><Relationship Id="rId162" Target="../media/image645.svg" Type="http://schemas.openxmlformats.org/officeDocument/2006/relationships/image"/><Relationship Id="rId163" Target="../media/image646.png" Type="http://schemas.openxmlformats.org/officeDocument/2006/relationships/image"/><Relationship Id="rId164" Target="../media/image647.svg" Type="http://schemas.openxmlformats.org/officeDocument/2006/relationships/image"/><Relationship Id="rId165" Target="../media/image648.png" Type="http://schemas.openxmlformats.org/officeDocument/2006/relationships/image"/><Relationship Id="rId166" Target="../media/image649.svg" Type="http://schemas.openxmlformats.org/officeDocument/2006/relationships/image"/><Relationship Id="rId167" Target="../media/image650.png" Type="http://schemas.openxmlformats.org/officeDocument/2006/relationships/image"/><Relationship Id="rId168" Target="../media/image651.svg" Type="http://schemas.openxmlformats.org/officeDocument/2006/relationships/image"/><Relationship Id="rId169" Target="../media/image652.svg" Type="http://schemas.openxmlformats.org/officeDocument/2006/relationships/image"/><Relationship Id="rId17" Target="../media/image500.png" Type="http://schemas.openxmlformats.org/officeDocument/2006/relationships/image"/><Relationship Id="rId170" Target="../media/image653.png" Type="http://schemas.openxmlformats.org/officeDocument/2006/relationships/image"/><Relationship Id="rId171" Target="../media/image654.svg" Type="http://schemas.openxmlformats.org/officeDocument/2006/relationships/image"/><Relationship Id="rId172" Target="../media/image655.png" Type="http://schemas.openxmlformats.org/officeDocument/2006/relationships/image"/><Relationship Id="rId173" Target="../media/image656.svg" Type="http://schemas.openxmlformats.org/officeDocument/2006/relationships/image"/><Relationship Id="rId174" Target="../media/image657.png" Type="http://schemas.openxmlformats.org/officeDocument/2006/relationships/image"/><Relationship Id="rId175" Target="../media/image658.svg" Type="http://schemas.openxmlformats.org/officeDocument/2006/relationships/image"/><Relationship Id="rId176" Target="../media/image659.png" Type="http://schemas.openxmlformats.org/officeDocument/2006/relationships/image"/><Relationship Id="rId177" Target="../media/image660.svg" Type="http://schemas.openxmlformats.org/officeDocument/2006/relationships/image"/><Relationship Id="rId178" Target="../media/image661.png" Type="http://schemas.openxmlformats.org/officeDocument/2006/relationships/image"/><Relationship Id="rId179" Target="../media/image662.svg" Type="http://schemas.openxmlformats.org/officeDocument/2006/relationships/image"/><Relationship Id="rId18" Target="../media/image501.svg" Type="http://schemas.openxmlformats.org/officeDocument/2006/relationships/image"/><Relationship Id="rId180" Target="../media/image663.png" Type="http://schemas.openxmlformats.org/officeDocument/2006/relationships/image"/><Relationship Id="rId181" Target="../media/image664.svg" Type="http://schemas.openxmlformats.org/officeDocument/2006/relationships/image"/><Relationship Id="rId182" Target="../media/image665.png" Type="http://schemas.openxmlformats.org/officeDocument/2006/relationships/image"/><Relationship Id="rId183" Target="../media/image666.svg" Type="http://schemas.openxmlformats.org/officeDocument/2006/relationships/image"/><Relationship Id="rId184" Target="../media/image667.png" Type="http://schemas.openxmlformats.org/officeDocument/2006/relationships/image"/><Relationship Id="rId185" Target="../media/image668.svg" Type="http://schemas.openxmlformats.org/officeDocument/2006/relationships/image"/><Relationship Id="rId186" Target="../media/image669.png" Type="http://schemas.openxmlformats.org/officeDocument/2006/relationships/image"/><Relationship Id="rId187" Target="../media/image670.svg" Type="http://schemas.openxmlformats.org/officeDocument/2006/relationships/image"/><Relationship Id="rId188" Target="../media/image671.png" Type="http://schemas.openxmlformats.org/officeDocument/2006/relationships/image"/><Relationship Id="rId189" Target="../media/image672.svg" Type="http://schemas.openxmlformats.org/officeDocument/2006/relationships/image"/><Relationship Id="rId19" Target="../media/image502.png" Type="http://schemas.openxmlformats.org/officeDocument/2006/relationships/image"/><Relationship Id="rId190" Target="../media/image673.png" Type="http://schemas.openxmlformats.org/officeDocument/2006/relationships/image"/><Relationship Id="rId191" Target="../media/image674.svg" Type="http://schemas.openxmlformats.org/officeDocument/2006/relationships/image"/><Relationship Id="rId192" Target="../media/image675.png" Type="http://schemas.openxmlformats.org/officeDocument/2006/relationships/image"/><Relationship Id="rId193" Target="../media/image676.svg" Type="http://schemas.openxmlformats.org/officeDocument/2006/relationships/image"/><Relationship Id="rId194" Target="../media/image677.png" Type="http://schemas.openxmlformats.org/officeDocument/2006/relationships/image"/><Relationship Id="rId195" Target="../media/image678.svg" Type="http://schemas.openxmlformats.org/officeDocument/2006/relationships/image"/><Relationship Id="rId196" Target="../media/image679.png" Type="http://schemas.openxmlformats.org/officeDocument/2006/relationships/image"/><Relationship Id="rId197" Target="../media/image680.svg" Type="http://schemas.openxmlformats.org/officeDocument/2006/relationships/image"/><Relationship Id="rId198" Target="../media/image681.png" Type="http://schemas.openxmlformats.org/officeDocument/2006/relationships/image"/><Relationship Id="rId199" Target="../media/image682.svg" Type="http://schemas.openxmlformats.org/officeDocument/2006/relationships/image"/><Relationship Id="rId2" Target="../media/image485.png" Type="http://schemas.openxmlformats.org/officeDocument/2006/relationships/image"/><Relationship Id="rId20" Target="../media/image503.svg" Type="http://schemas.openxmlformats.org/officeDocument/2006/relationships/image"/><Relationship Id="rId200" Target="../media/image683.png" Type="http://schemas.openxmlformats.org/officeDocument/2006/relationships/image"/><Relationship Id="rId201" Target="../media/image684.svg" Type="http://schemas.openxmlformats.org/officeDocument/2006/relationships/image"/><Relationship Id="rId202" Target="../media/image685.png" Type="http://schemas.openxmlformats.org/officeDocument/2006/relationships/image"/><Relationship Id="rId203" Target="../media/image686.svg" Type="http://schemas.openxmlformats.org/officeDocument/2006/relationships/image"/><Relationship Id="rId204" Target="../media/image687.png" Type="http://schemas.openxmlformats.org/officeDocument/2006/relationships/image"/><Relationship Id="rId205" Target="../media/image688.svg" Type="http://schemas.openxmlformats.org/officeDocument/2006/relationships/image"/><Relationship Id="rId206" Target="../media/image689.png" Type="http://schemas.openxmlformats.org/officeDocument/2006/relationships/image"/><Relationship Id="rId207" Target="../media/image690.svg" Type="http://schemas.openxmlformats.org/officeDocument/2006/relationships/image"/><Relationship Id="rId208" Target="../media/image691.png" Type="http://schemas.openxmlformats.org/officeDocument/2006/relationships/image"/><Relationship Id="rId209" Target="../media/image692.svg" Type="http://schemas.openxmlformats.org/officeDocument/2006/relationships/image"/><Relationship Id="rId21" Target="../media/image504.png" Type="http://schemas.openxmlformats.org/officeDocument/2006/relationships/image"/><Relationship Id="rId210" Target="../media/image693.png" Type="http://schemas.openxmlformats.org/officeDocument/2006/relationships/image"/><Relationship Id="rId211" Target="../media/image694.svg" Type="http://schemas.openxmlformats.org/officeDocument/2006/relationships/image"/><Relationship Id="rId212" Target="../media/image695.png" Type="http://schemas.openxmlformats.org/officeDocument/2006/relationships/image"/><Relationship Id="rId213" Target="../media/image696.svg" Type="http://schemas.openxmlformats.org/officeDocument/2006/relationships/image"/><Relationship Id="rId214" Target="../media/image697.png" Type="http://schemas.openxmlformats.org/officeDocument/2006/relationships/image"/><Relationship Id="rId215" Target="../media/image698.svg" Type="http://schemas.openxmlformats.org/officeDocument/2006/relationships/image"/><Relationship Id="rId216" Target="../media/image699.png" Type="http://schemas.openxmlformats.org/officeDocument/2006/relationships/image"/><Relationship Id="rId217" Target="../media/image700.svg" Type="http://schemas.openxmlformats.org/officeDocument/2006/relationships/image"/><Relationship Id="rId218" Target="../media/image701.png" Type="http://schemas.openxmlformats.org/officeDocument/2006/relationships/image"/><Relationship Id="rId219" Target="../media/image702.svg" Type="http://schemas.openxmlformats.org/officeDocument/2006/relationships/image"/><Relationship Id="rId22" Target="../media/image505.svg" Type="http://schemas.openxmlformats.org/officeDocument/2006/relationships/image"/><Relationship Id="rId220" Target="../media/image703.png" Type="http://schemas.openxmlformats.org/officeDocument/2006/relationships/image"/><Relationship Id="rId221" Target="../media/image704.svg" Type="http://schemas.openxmlformats.org/officeDocument/2006/relationships/image"/><Relationship Id="rId222" Target="../media/image705.svg" Type="http://schemas.openxmlformats.org/officeDocument/2006/relationships/image"/><Relationship Id="rId223" Target="../media/image706.png" Type="http://schemas.openxmlformats.org/officeDocument/2006/relationships/image"/><Relationship Id="rId224" Target="../media/image707.svg" Type="http://schemas.openxmlformats.org/officeDocument/2006/relationships/image"/><Relationship Id="rId225" Target="../media/image708.png" Type="http://schemas.openxmlformats.org/officeDocument/2006/relationships/image"/><Relationship Id="rId226" Target="../media/image709.svg" Type="http://schemas.openxmlformats.org/officeDocument/2006/relationships/image"/><Relationship Id="rId227" Target="../media/image710.png" Type="http://schemas.openxmlformats.org/officeDocument/2006/relationships/image"/><Relationship Id="rId228" Target="../media/image711.svg" Type="http://schemas.openxmlformats.org/officeDocument/2006/relationships/image"/><Relationship Id="rId229" Target="../media/image712.png" Type="http://schemas.openxmlformats.org/officeDocument/2006/relationships/image"/><Relationship Id="rId23" Target="../media/image506.png" Type="http://schemas.openxmlformats.org/officeDocument/2006/relationships/image"/><Relationship Id="rId230" Target="../media/image713.svg" Type="http://schemas.openxmlformats.org/officeDocument/2006/relationships/image"/><Relationship Id="rId231" Target="../media/image714.png" Type="http://schemas.openxmlformats.org/officeDocument/2006/relationships/image"/><Relationship Id="rId232" Target="../media/image715.svg" Type="http://schemas.openxmlformats.org/officeDocument/2006/relationships/image"/><Relationship Id="rId233" Target="../media/image716.png" Type="http://schemas.openxmlformats.org/officeDocument/2006/relationships/image"/><Relationship Id="rId234" Target="../media/image717.svg" Type="http://schemas.openxmlformats.org/officeDocument/2006/relationships/image"/><Relationship Id="rId235" Target="../media/image718.png" Type="http://schemas.openxmlformats.org/officeDocument/2006/relationships/image"/><Relationship Id="rId236" Target="../media/image719.svg" Type="http://schemas.openxmlformats.org/officeDocument/2006/relationships/image"/><Relationship Id="rId237" Target="../media/image720.png" Type="http://schemas.openxmlformats.org/officeDocument/2006/relationships/image"/><Relationship Id="rId238" Target="../media/image721.svg" Type="http://schemas.openxmlformats.org/officeDocument/2006/relationships/image"/><Relationship Id="rId239" Target="../media/image722.png" Type="http://schemas.openxmlformats.org/officeDocument/2006/relationships/image"/><Relationship Id="rId24" Target="../media/image507.svg" Type="http://schemas.openxmlformats.org/officeDocument/2006/relationships/image"/><Relationship Id="rId240" Target="../media/image723.svg" Type="http://schemas.openxmlformats.org/officeDocument/2006/relationships/image"/><Relationship Id="rId241" Target="../media/image724.png" Type="http://schemas.openxmlformats.org/officeDocument/2006/relationships/image"/><Relationship Id="rId242" Target="../media/image725.svg" Type="http://schemas.openxmlformats.org/officeDocument/2006/relationships/image"/><Relationship Id="rId243" Target="../media/image726.png" Type="http://schemas.openxmlformats.org/officeDocument/2006/relationships/image"/><Relationship Id="rId244" Target="../media/image727.svg" Type="http://schemas.openxmlformats.org/officeDocument/2006/relationships/image"/><Relationship Id="rId245" Target="../media/image728.png" Type="http://schemas.openxmlformats.org/officeDocument/2006/relationships/image"/><Relationship Id="rId246" Target="../media/image729.svg" Type="http://schemas.openxmlformats.org/officeDocument/2006/relationships/image"/><Relationship Id="rId247" Target="../media/image730.png" Type="http://schemas.openxmlformats.org/officeDocument/2006/relationships/image"/><Relationship Id="rId248" Target="../media/image731.svg" Type="http://schemas.openxmlformats.org/officeDocument/2006/relationships/image"/><Relationship Id="rId249" Target="../media/image732.png" Type="http://schemas.openxmlformats.org/officeDocument/2006/relationships/image"/><Relationship Id="rId25" Target="../media/image508.png" Type="http://schemas.openxmlformats.org/officeDocument/2006/relationships/image"/><Relationship Id="rId250" Target="../media/image733.svg" Type="http://schemas.openxmlformats.org/officeDocument/2006/relationships/image"/><Relationship Id="rId251" Target="../media/image734.png" Type="http://schemas.openxmlformats.org/officeDocument/2006/relationships/image"/><Relationship Id="rId252" Target="../media/image735.svg" Type="http://schemas.openxmlformats.org/officeDocument/2006/relationships/image"/><Relationship Id="rId253" Target="../media/image736.png" Type="http://schemas.openxmlformats.org/officeDocument/2006/relationships/image"/><Relationship Id="rId254" Target="../media/image737.svg" Type="http://schemas.openxmlformats.org/officeDocument/2006/relationships/image"/><Relationship Id="rId255" Target="../media/image738.png" Type="http://schemas.openxmlformats.org/officeDocument/2006/relationships/image"/><Relationship Id="rId256" Target="../media/image739.svg" Type="http://schemas.openxmlformats.org/officeDocument/2006/relationships/image"/><Relationship Id="rId257" Target="../media/image740.png" Type="http://schemas.openxmlformats.org/officeDocument/2006/relationships/image"/><Relationship Id="rId258" Target="../media/image741.svg" Type="http://schemas.openxmlformats.org/officeDocument/2006/relationships/image"/><Relationship Id="rId259" Target="../media/image742.png" Type="http://schemas.openxmlformats.org/officeDocument/2006/relationships/image"/><Relationship Id="rId26" Target="../media/image509.svg" Type="http://schemas.openxmlformats.org/officeDocument/2006/relationships/image"/><Relationship Id="rId260" Target="../media/image743.svg" Type="http://schemas.openxmlformats.org/officeDocument/2006/relationships/image"/><Relationship Id="rId261" Target="../media/image744.png" Type="http://schemas.openxmlformats.org/officeDocument/2006/relationships/image"/><Relationship Id="rId262" Target="../media/image745.svg" Type="http://schemas.openxmlformats.org/officeDocument/2006/relationships/image"/><Relationship Id="rId263" Target="../media/image746.png" Type="http://schemas.openxmlformats.org/officeDocument/2006/relationships/image"/><Relationship Id="rId264" Target="../media/image747.svg" Type="http://schemas.openxmlformats.org/officeDocument/2006/relationships/image"/><Relationship Id="rId265" Target="../media/image748.png" Type="http://schemas.openxmlformats.org/officeDocument/2006/relationships/image"/><Relationship Id="rId266" Target="../media/image749.svg" Type="http://schemas.openxmlformats.org/officeDocument/2006/relationships/image"/><Relationship Id="rId267" Target="../media/image750.png" Type="http://schemas.openxmlformats.org/officeDocument/2006/relationships/image"/><Relationship Id="rId268" Target="../media/image751.svg" Type="http://schemas.openxmlformats.org/officeDocument/2006/relationships/image"/><Relationship Id="rId269" Target="../media/image752.png" Type="http://schemas.openxmlformats.org/officeDocument/2006/relationships/image"/><Relationship Id="rId27" Target="../media/image510.png" Type="http://schemas.openxmlformats.org/officeDocument/2006/relationships/image"/><Relationship Id="rId270" Target="../media/image753.svg" Type="http://schemas.openxmlformats.org/officeDocument/2006/relationships/image"/><Relationship Id="rId271" Target="../media/image754.png" Type="http://schemas.openxmlformats.org/officeDocument/2006/relationships/image"/><Relationship Id="rId272" Target="../media/image755.svg" Type="http://schemas.openxmlformats.org/officeDocument/2006/relationships/image"/><Relationship Id="rId28" Target="../media/image511.svg" Type="http://schemas.openxmlformats.org/officeDocument/2006/relationships/image"/><Relationship Id="rId29" Target="../media/image512.png" Type="http://schemas.openxmlformats.org/officeDocument/2006/relationships/image"/><Relationship Id="rId3" Target="../media/image486.png" Type="http://schemas.openxmlformats.org/officeDocument/2006/relationships/image"/><Relationship Id="rId30" Target="../media/image513.svg" Type="http://schemas.openxmlformats.org/officeDocument/2006/relationships/image"/><Relationship Id="rId31" Target="../media/image514.png" Type="http://schemas.openxmlformats.org/officeDocument/2006/relationships/image"/><Relationship Id="rId32" Target="../media/image515.svg" Type="http://schemas.openxmlformats.org/officeDocument/2006/relationships/image"/><Relationship Id="rId33" Target="../media/image516.png" Type="http://schemas.openxmlformats.org/officeDocument/2006/relationships/image"/><Relationship Id="rId34" Target="../media/image517.svg" Type="http://schemas.openxmlformats.org/officeDocument/2006/relationships/image"/><Relationship Id="rId35" Target="../media/image518.png" Type="http://schemas.openxmlformats.org/officeDocument/2006/relationships/image"/><Relationship Id="rId36" Target="../media/image519.svg" Type="http://schemas.openxmlformats.org/officeDocument/2006/relationships/image"/><Relationship Id="rId37" Target="../media/image520.png" Type="http://schemas.openxmlformats.org/officeDocument/2006/relationships/image"/><Relationship Id="rId38" Target="../media/image521.svg" Type="http://schemas.openxmlformats.org/officeDocument/2006/relationships/image"/><Relationship Id="rId39" Target="../media/image522.png" Type="http://schemas.openxmlformats.org/officeDocument/2006/relationships/image"/><Relationship Id="rId4" Target="../media/image487.svg" Type="http://schemas.openxmlformats.org/officeDocument/2006/relationships/image"/><Relationship Id="rId40" Target="../media/image523.svg" Type="http://schemas.openxmlformats.org/officeDocument/2006/relationships/image"/><Relationship Id="rId41" Target="../media/image524.png" Type="http://schemas.openxmlformats.org/officeDocument/2006/relationships/image"/><Relationship Id="rId42" Target="../media/image525.svg" Type="http://schemas.openxmlformats.org/officeDocument/2006/relationships/image"/><Relationship Id="rId43" Target="../media/image526.png" Type="http://schemas.openxmlformats.org/officeDocument/2006/relationships/image"/><Relationship Id="rId44" Target="../media/image527.svg" Type="http://schemas.openxmlformats.org/officeDocument/2006/relationships/image"/><Relationship Id="rId45" Target="../media/image528.png" Type="http://schemas.openxmlformats.org/officeDocument/2006/relationships/image"/><Relationship Id="rId46" Target="../media/image529.svg" Type="http://schemas.openxmlformats.org/officeDocument/2006/relationships/image"/><Relationship Id="rId47" Target="../media/image530.png" Type="http://schemas.openxmlformats.org/officeDocument/2006/relationships/image"/><Relationship Id="rId48" Target="../media/image531.svg" Type="http://schemas.openxmlformats.org/officeDocument/2006/relationships/image"/><Relationship Id="rId49" Target="../media/image532.png" Type="http://schemas.openxmlformats.org/officeDocument/2006/relationships/image"/><Relationship Id="rId5" Target="../media/image488.png" Type="http://schemas.openxmlformats.org/officeDocument/2006/relationships/image"/><Relationship Id="rId50" Target="../media/image533.svg" Type="http://schemas.openxmlformats.org/officeDocument/2006/relationships/image"/><Relationship Id="rId51" Target="../media/image534.png" Type="http://schemas.openxmlformats.org/officeDocument/2006/relationships/image"/><Relationship Id="rId52" Target="../media/image535.svg" Type="http://schemas.openxmlformats.org/officeDocument/2006/relationships/image"/><Relationship Id="rId53" Target="../media/image536.png" Type="http://schemas.openxmlformats.org/officeDocument/2006/relationships/image"/><Relationship Id="rId54" Target="../media/image537.svg" Type="http://schemas.openxmlformats.org/officeDocument/2006/relationships/image"/><Relationship Id="rId55" Target="../media/image538.png" Type="http://schemas.openxmlformats.org/officeDocument/2006/relationships/image"/><Relationship Id="rId56" Target="../media/image539.svg" Type="http://schemas.openxmlformats.org/officeDocument/2006/relationships/image"/><Relationship Id="rId57" Target="../media/image540.png" Type="http://schemas.openxmlformats.org/officeDocument/2006/relationships/image"/><Relationship Id="rId58" Target="../media/image541.svg" Type="http://schemas.openxmlformats.org/officeDocument/2006/relationships/image"/><Relationship Id="rId59" Target="../media/image542.png" Type="http://schemas.openxmlformats.org/officeDocument/2006/relationships/image"/><Relationship Id="rId6" Target="../media/image489.svg" Type="http://schemas.openxmlformats.org/officeDocument/2006/relationships/image"/><Relationship Id="rId60" Target="../media/image543.svg" Type="http://schemas.openxmlformats.org/officeDocument/2006/relationships/image"/><Relationship Id="rId61" Target="../media/image544.png" Type="http://schemas.openxmlformats.org/officeDocument/2006/relationships/image"/><Relationship Id="rId62" Target="../media/image545.svg" Type="http://schemas.openxmlformats.org/officeDocument/2006/relationships/image"/><Relationship Id="rId63" Target="../media/image546.png" Type="http://schemas.openxmlformats.org/officeDocument/2006/relationships/image"/><Relationship Id="rId64" Target="../media/image547.svg" Type="http://schemas.openxmlformats.org/officeDocument/2006/relationships/image"/><Relationship Id="rId65" Target="../media/image548.png" Type="http://schemas.openxmlformats.org/officeDocument/2006/relationships/image"/><Relationship Id="rId66" Target="../media/image549.svg" Type="http://schemas.openxmlformats.org/officeDocument/2006/relationships/image"/><Relationship Id="rId67" Target="../media/image550.png" Type="http://schemas.openxmlformats.org/officeDocument/2006/relationships/image"/><Relationship Id="rId68" Target="../media/image551.svg" Type="http://schemas.openxmlformats.org/officeDocument/2006/relationships/image"/><Relationship Id="rId69" Target="../media/image552.png" Type="http://schemas.openxmlformats.org/officeDocument/2006/relationships/image"/><Relationship Id="rId7" Target="../media/image490.png" Type="http://schemas.openxmlformats.org/officeDocument/2006/relationships/image"/><Relationship Id="rId70" Target="../media/image553.svg" Type="http://schemas.openxmlformats.org/officeDocument/2006/relationships/image"/><Relationship Id="rId71" Target="../media/image554.png" Type="http://schemas.openxmlformats.org/officeDocument/2006/relationships/image"/><Relationship Id="rId72" Target="../media/image555.svg" Type="http://schemas.openxmlformats.org/officeDocument/2006/relationships/image"/><Relationship Id="rId73" Target="../media/image556.png" Type="http://schemas.openxmlformats.org/officeDocument/2006/relationships/image"/><Relationship Id="rId74" Target="../media/image557.svg" Type="http://schemas.openxmlformats.org/officeDocument/2006/relationships/image"/><Relationship Id="rId75" Target="../media/image558.png" Type="http://schemas.openxmlformats.org/officeDocument/2006/relationships/image"/><Relationship Id="rId76" Target="../media/image559.svg" Type="http://schemas.openxmlformats.org/officeDocument/2006/relationships/image"/><Relationship Id="rId77" Target="../media/image560.png" Type="http://schemas.openxmlformats.org/officeDocument/2006/relationships/image"/><Relationship Id="rId78" Target="../media/image561.svg" Type="http://schemas.openxmlformats.org/officeDocument/2006/relationships/image"/><Relationship Id="rId79" Target="../media/image562.png" Type="http://schemas.openxmlformats.org/officeDocument/2006/relationships/image"/><Relationship Id="rId8" Target="../media/image491.svg" Type="http://schemas.openxmlformats.org/officeDocument/2006/relationships/image"/><Relationship Id="rId80" Target="../media/image563.svg" Type="http://schemas.openxmlformats.org/officeDocument/2006/relationships/image"/><Relationship Id="rId81" Target="../media/image564.png" Type="http://schemas.openxmlformats.org/officeDocument/2006/relationships/image"/><Relationship Id="rId82" Target="../media/image565.svg" Type="http://schemas.openxmlformats.org/officeDocument/2006/relationships/image"/><Relationship Id="rId83" Target="../media/image566.png" Type="http://schemas.openxmlformats.org/officeDocument/2006/relationships/image"/><Relationship Id="rId84" Target="../media/image567.svg" Type="http://schemas.openxmlformats.org/officeDocument/2006/relationships/image"/><Relationship Id="rId85" Target="../media/image568.png" Type="http://schemas.openxmlformats.org/officeDocument/2006/relationships/image"/><Relationship Id="rId86" Target="../media/image569.svg" Type="http://schemas.openxmlformats.org/officeDocument/2006/relationships/image"/><Relationship Id="rId87" Target="../media/image570.png" Type="http://schemas.openxmlformats.org/officeDocument/2006/relationships/image"/><Relationship Id="rId88" Target="../media/image571.svg" Type="http://schemas.openxmlformats.org/officeDocument/2006/relationships/image"/><Relationship Id="rId89" Target="../media/image572.png" Type="http://schemas.openxmlformats.org/officeDocument/2006/relationships/image"/><Relationship Id="rId9" Target="../media/image492.png" Type="http://schemas.openxmlformats.org/officeDocument/2006/relationships/image"/><Relationship Id="rId90" Target="../media/image573.svg" Type="http://schemas.openxmlformats.org/officeDocument/2006/relationships/image"/><Relationship Id="rId91" Target="../media/image574.png" Type="http://schemas.openxmlformats.org/officeDocument/2006/relationships/image"/><Relationship Id="rId92" Target="../media/image575.svg" Type="http://schemas.openxmlformats.org/officeDocument/2006/relationships/image"/><Relationship Id="rId93" Target="../media/image576.png" Type="http://schemas.openxmlformats.org/officeDocument/2006/relationships/image"/><Relationship Id="rId94" Target="../media/image577.svg" Type="http://schemas.openxmlformats.org/officeDocument/2006/relationships/image"/><Relationship Id="rId95" Target="../media/image578.png" Type="http://schemas.openxmlformats.org/officeDocument/2006/relationships/image"/><Relationship Id="rId96" Target="../media/image579.svg" Type="http://schemas.openxmlformats.org/officeDocument/2006/relationships/image"/><Relationship Id="rId97" Target="../media/image580.png" Type="http://schemas.openxmlformats.org/officeDocument/2006/relationships/image"/><Relationship Id="rId98" Target="../media/image581.svg" Type="http://schemas.openxmlformats.org/officeDocument/2006/relationships/image"/><Relationship Id="rId99" Target="../media/image58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64.png" Type="http://schemas.openxmlformats.org/officeDocument/2006/relationships/image"/><Relationship Id="rId11" Target="../media/image765.svg" Type="http://schemas.openxmlformats.org/officeDocument/2006/relationships/image"/><Relationship Id="rId12" Target="../media/image766.svg" Type="http://schemas.openxmlformats.org/officeDocument/2006/relationships/image"/><Relationship Id="rId13" Target="../media/image767.svg" Type="http://schemas.openxmlformats.org/officeDocument/2006/relationships/image"/><Relationship Id="rId14" Target="../media/image768.svg" Type="http://schemas.openxmlformats.org/officeDocument/2006/relationships/image"/><Relationship Id="rId15" Target="../media/image769.svg" Type="http://schemas.openxmlformats.org/officeDocument/2006/relationships/image"/><Relationship Id="rId16" Target="../media/image770.svg" Type="http://schemas.openxmlformats.org/officeDocument/2006/relationships/image"/><Relationship Id="rId17" Target="../media/image771.svg" Type="http://schemas.openxmlformats.org/officeDocument/2006/relationships/image"/><Relationship Id="rId18" Target="../media/image772.svg" Type="http://schemas.openxmlformats.org/officeDocument/2006/relationships/image"/><Relationship Id="rId19" Target="../media/image773.svg" Type="http://schemas.openxmlformats.org/officeDocument/2006/relationships/image"/><Relationship Id="rId2" Target="../media/image756.png" Type="http://schemas.openxmlformats.org/officeDocument/2006/relationships/image"/><Relationship Id="rId20" Target="../media/image774.svg" Type="http://schemas.openxmlformats.org/officeDocument/2006/relationships/image"/><Relationship Id="rId21" Target="../media/image775.svg" Type="http://schemas.openxmlformats.org/officeDocument/2006/relationships/image"/><Relationship Id="rId22" Target="../media/image776.png" Type="http://schemas.openxmlformats.org/officeDocument/2006/relationships/image"/><Relationship Id="rId23" Target="../media/image777.svg" Type="http://schemas.openxmlformats.org/officeDocument/2006/relationships/image"/><Relationship Id="rId24" Target="../media/image778.png" Type="http://schemas.openxmlformats.org/officeDocument/2006/relationships/image"/><Relationship Id="rId25" Target="../media/image779.svg" Type="http://schemas.openxmlformats.org/officeDocument/2006/relationships/image"/><Relationship Id="rId26" Target="../media/image780.png" Type="http://schemas.openxmlformats.org/officeDocument/2006/relationships/image"/><Relationship Id="rId27" Target="../media/image781.svg" Type="http://schemas.openxmlformats.org/officeDocument/2006/relationships/image"/><Relationship Id="rId28" Target="../media/image782.png" Type="http://schemas.openxmlformats.org/officeDocument/2006/relationships/image"/><Relationship Id="rId29" Target="../media/image783.svg" Type="http://schemas.openxmlformats.org/officeDocument/2006/relationships/image"/><Relationship Id="rId3" Target="../media/image757.svg" Type="http://schemas.openxmlformats.org/officeDocument/2006/relationships/image"/><Relationship Id="rId30" Target="../media/image784.png" Type="http://schemas.openxmlformats.org/officeDocument/2006/relationships/image"/><Relationship Id="rId31" Target="../media/image785.svg" Type="http://schemas.openxmlformats.org/officeDocument/2006/relationships/image"/><Relationship Id="rId32" Target="../media/image786.png" Type="http://schemas.openxmlformats.org/officeDocument/2006/relationships/image"/><Relationship Id="rId33" Target="../media/image787.svg" Type="http://schemas.openxmlformats.org/officeDocument/2006/relationships/image"/><Relationship Id="rId34" Target="../media/image788.png" Type="http://schemas.openxmlformats.org/officeDocument/2006/relationships/image"/><Relationship Id="rId35" Target="../media/image789.svg" Type="http://schemas.openxmlformats.org/officeDocument/2006/relationships/image"/><Relationship Id="rId36" Target="../media/image790.png" Type="http://schemas.openxmlformats.org/officeDocument/2006/relationships/image"/><Relationship Id="rId37" Target="../media/image791.svg" Type="http://schemas.openxmlformats.org/officeDocument/2006/relationships/image"/><Relationship Id="rId38" Target="../media/image792.png" Type="http://schemas.openxmlformats.org/officeDocument/2006/relationships/image"/><Relationship Id="rId39" Target="../media/image793.svg" Type="http://schemas.openxmlformats.org/officeDocument/2006/relationships/image"/><Relationship Id="rId4" Target="../media/image758.png" Type="http://schemas.openxmlformats.org/officeDocument/2006/relationships/image"/><Relationship Id="rId40" Target="../media/image794.png" Type="http://schemas.openxmlformats.org/officeDocument/2006/relationships/image"/><Relationship Id="rId41" Target="../media/image795.svg" Type="http://schemas.openxmlformats.org/officeDocument/2006/relationships/image"/><Relationship Id="rId42" Target="../media/image796.png" Type="http://schemas.openxmlformats.org/officeDocument/2006/relationships/image"/><Relationship Id="rId43" Target="../media/image797.svg" Type="http://schemas.openxmlformats.org/officeDocument/2006/relationships/image"/><Relationship Id="rId44" Target="../media/image798.png" Type="http://schemas.openxmlformats.org/officeDocument/2006/relationships/image"/><Relationship Id="rId45" Target="../media/image799.svg" Type="http://schemas.openxmlformats.org/officeDocument/2006/relationships/image"/><Relationship Id="rId46" Target="../media/image800.png" Type="http://schemas.openxmlformats.org/officeDocument/2006/relationships/image"/><Relationship Id="rId47" Target="../media/image801.svg" Type="http://schemas.openxmlformats.org/officeDocument/2006/relationships/image"/><Relationship Id="rId48" Target="../media/image802.png" Type="http://schemas.openxmlformats.org/officeDocument/2006/relationships/image"/><Relationship Id="rId49" Target="../media/image803.svg" Type="http://schemas.openxmlformats.org/officeDocument/2006/relationships/image"/><Relationship Id="rId5" Target="../media/image759.svg" Type="http://schemas.openxmlformats.org/officeDocument/2006/relationships/image"/><Relationship Id="rId50" Target="../media/image804.png" Type="http://schemas.openxmlformats.org/officeDocument/2006/relationships/image"/><Relationship Id="rId51" Target="../media/image805.svg" Type="http://schemas.openxmlformats.org/officeDocument/2006/relationships/image"/><Relationship Id="rId52" Target="../media/image806.png" Type="http://schemas.openxmlformats.org/officeDocument/2006/relationships/image"/><Relationship Id="rId53" Target="../media/image807.svg" Type="http://schemas.openxmlformats.org/officeDocument/2006/relationships/image"/><Relationship Id="rId54" Target="../media/image808.png" Type="http://schemas.openxmlformats.org/officeDocument/2006/relationships/image"/><Relationship Id="rId55" Target="../media/image809.svg" Type="http://schemas.openxmlformats.org/officeDocument/2006/relationships/image"/><Relationship Id="rId56" Target="../media/image810.png" Type="http://schemas.openxmlformats.org/officeDocument/2006/relationships/image"/><Relationship Id="rId57" Target="../media/image811.svg" Type="http://schemas.openxmlformats.org/officeDocument/2006/relationships/image"/><Relationship Id="rId58" Target="../media/image812.png" Type="http://schemas.openxmlformats.org/officeDocument/2006/relationships/image"/><Relationship Id="rId59" Target="../media/image813.svg" Type="http://schemas.openxmlformats.org/officeDocument/2006/relationships/image"/><Relationship Id="rId6" Target="../media/image760.png" Type="http://schemas.openxmlformats.org/officeDocument/2006/relationships/image"/><Relationship Id="rId60" Target="../media/image814.png" Type="http://schemas.openxmlformats.org/officeDocument/2006/relationships/image"/><Relationship Id="rId61" Target="../media/image815.svg" Type="http://schemas.openxmlformats.org/officeDocument/2006/relationships/image"/><Relationship Id="rId62" Target="../media/image816.png" Type="http://schemas.openxmlformats.org/officeDocument/2006/relationships/image"/><Relationship Id="rId63" Target="../media/image817.svg" Type="http://schemas.openxmlformats.org/officeDocument/2006/relationships/image"/><Relationship Id="rId64" Target="../media/image818.png" Type="http://schemas.openxmlformats.org/officeDocument/2006/relationships/image"/><Relationship Id="rId65" Target="../media/image819.svg" Type="http://schemas.openxmlformats.org/officeDocument/2006/relationships/image"/><Relationship Id="rId66" Target="../media/image820.png" Type="http://schemas.openxmlformats.org/officeDocument/2006/relationships/image"/><Relationship Id="rId67" Target="../media/image821.svg" Type="http://schemas.openxmlformats.org/officeDocument/2006/relationships/image"/><Relationship Id="rId68" Target="../media/image822.png" Type="http://schemas.openxmlformats.org/officeDocument/2006/relationships/image"/><Relationship Id="rId69" Target="../media/image823.svg" Type="http://schemas.openxmlformats.org/officeDocument/2006/relationships/image"/><Relationship Id="rId7" Target="../media/image761.svg" Type="http://schemas.openxmlformats.org/officeDocument/2006/relationships/image"/><Relationship Id="rId70" Target="../media/image824.png" Type="http://schemas.openxmlformats.org/officeDocument/2006/relationships/image"/><Relationship Id="rId71" Target="../media/image825.svg" Type="http://schemas.openxmlformats.org/officeDocument/2006/relationships/image"/><Relationship Id="rId72" Target="../media/image826.png" Type="http://schemas.openxmlformats.org/officeDocument/2006/relationships/image"/><Relationship Id="rId73" Target="../media/image827.svg" Type="http://schemas.openxmlformats.org/officeDocument/2006/relationships/image"/><Relationship Id="rId74" Target="../media/image828.png" Type="http://schemas.openxmlformats.org/officeDocument/2006/relationships/image"/><Relationship Id="rId75" Target="../media/image829.svg" Type="http://schemas.openxmlformats.org/officeDocument/2006/relationships/image"/><Relationship Id="rId76" Target="../media/image830.png" Type="http://schemas.openxmlformats.org/officeDocument/2006/relationships/image"/><Relationship Id="rId77" Target="../media/image831.svg" Type="http://schemas.openxmlformats.org/officeDocument/2006/relationships/image"/><Relationship Id="rId78" Target="../media/image832.png" Type="http://schemas.openxmlformats.org/officeDocument/2006/relationships/image"/><Relationship Id="rId79" Target="../media/image833.svg" Type="http://schemas.openxmlformats.org/officeDocument/2006/relationships/image"/><Relationship Id="rId8" Target="../media/image762.png" Type="http://schemas.openxmlformats.org/officeDocument/2006/relationships/image"/><Relationship Id="rId80" Target="../media/image834.png" Type="http://schemas.openxmlformats.org/officeDocument/2006/relationships/image"/><Relationship Id="rId81" Target="../media/image835.svg" Type="http://schemas.openxmlformats.org/officeDocument/2006/relationships/image"/><Relationship Id="rId82" Target="../media/image836.png" Type="http://schemas.openxmlformats.org/officeDocument/2006/relationships/image"/><Relationship Id="rId83" Target="../media/image837.svg" Type="http://schemas.openxmlformats.org/officeDocument/2006/relationships/image"/><Relationship Id="rId84" Target="../media/image838.png" Type="http://schemas.openxmlformats.org/officeDocument/2006/relationships/image"/><Relationship Id="rId85" Target="../media/image839.svg" Type="http://schemas.openxmlformats.org/officeDocument/2006/relationships/image"/><Relationship Id="rId86" Target="../media/image840.png" Type="http://schemas.openxmlformats.org/officeDocument/2006/relationships/image"/><Relationship Id="rId87" Target="../media/image841.svg" Type="http://schemas.openxmlformats.org/officeDocument/2006/relationships/image"/><Relationship Id="rId88" Target="../media/image842.png" Type="http://schemas.openxmlformats.org/officeDocument/2006/relationships/image"/><Relationship Id="rId89" Target="../media/image843.svg" Type="http://schemas.openxmlformats.org/officeDocument/2006/relationships/image"/><Relationship Id="rId9" Target="../media/image763.svg" Type="http://schemas.openxmlformats.org/officeDocument/2006/relationships/image"/><Relationship Id="rId90" Target="../media/image844.png" Type="http://schemas.openxmlformats.org/officeDocument/2006/relationships/image"/><Relationship Id="rId91" Target="../media/image845.svg" Type="http://schemas.openxmlformats.org/officeDocument/2006/relationships/image"/><Relationship Id="rId92" Target="../media/image846.png" Type="http://schemas.openxmlformats.org/officeDocument/2006/relationships/image"/><Relationship Id="rId93" Target="../media/image847.svg" Type="http://schemas.openxmlformats.org/officeDocument/2006/relationships/image"/><Relationship Id="rId94" Target="../media/image848.png" Type="http://schemas.openxmlformats.org/officeDocument/2006/relationships/image"/><Relationship Id="rId95" Target="../media/image849.svg" Type="http://schemas.openxmlformats.org/officeDocument/2006/relationships/image"/><Relationship Id="rId96" Target="../media/image8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9.png" Type="http://schemas.openxmlformats.org/officeDocument/2006/relationships/image"/><Relationship Id="rId100" Target="../media/image949.png" Type="http://schemas.openxmlformats.org/officeDocument/2006/relationships/image"/><Relationship Id="rId101" Target="../media/image950.svg" Type="http://schemas.openxmlformats.org/officeDocument/2006/relationships/image"/><Relationship Id="rId102" Target="../media/image951.png" Type="http://schemas.openxmlformats.org/officeDocument/2006/relationships/image"/><Relationship Id="rId103" Target="../media/image952.svg" Type="http://schemas.openxmlformats.org/officeDocument/2006/relationships/image"/><Relationship Id="rId104" Target="../media/image953.png" Type="http://schemas.openxmlformats.org/officeDocument/2006/relationships/image"/><Relationship Id="rId105" Target="../media/image954.svg" Type="http://schemas.openxmlformats.org/officeDocument/2006/relationships/image"/><Relationship Id="rId106" Target="../media/image955.png" Type="http://schemas.openxmlformats.org/officeDocument/2006/relationships/image"/><Relationship Id="rId107" Target="../media/image956.svg" Type="http://schemas.openxmlformats.org/officeDocument/2006/relationships/image"/><Relationship Id="rId108" Target="../media/image957.png" Type="http://schemas.openxmlformats.org/officeDocument/2006/relationships/image"/><Relationship Id="rId109" Target="../media/image958.svg" Type="http://schemas.openxmlformats.org/officeDocument/2006/relationships/image"/><Relationship Id="rId11" Target="../media/image860.svg" Type="http://schemas.openxmlformats.org/officeDocument/2006/relationships/image"/><Relationship Id="rId110" Target="../media/image959.png" Type="http://schemas.openxmlformats.org/officeDocument/2006/relationships/image"/><Relationship Id="rId111" Target="../media/image960.svg" Type="http://schemas.openxmlformats.org/officeDocument/2006/relationships/image"/><Relationship Id="rId112" Target="../media/image961.png" Type="http://schemas.openxmlformats.org/officeDocument/2006/relationships/image"/><Relationship Id="rId113" Target="../media/image962.svg" Type="http://schemas.openxmlformats.org/officeDocument/2006/relationships/image"/><Relationship Id="rId114" Target="../media/image963.png" Type="http://schemas.openxmlformats.org/officeDocument/2006/relationships/image"/><Relationship Id="rId115" Target="../media/image964.svg" Type="http://schemas.openxmlformats.org/officeDocument/2006/relationships/image"/><Relationship Id="rId116" Target="../media/image965.png" Type="http://schemas.openxmlformats.org/officeDocument/2006/relationships/image"/><Relationship Id="rId117" Target="../media/image966.svg" Type="http://schemas.openxmlformats.org/officeDocument/2006/relationships/image"/><Relationship Id="rId118" Target="../media/image967.png" Type="http://schemas.openxmlformats.org/officeDocument/2006/relationships/image"/><Relationship Id="rId119" Target="../media/image968.svg" Type="http://schemas.openxmlformats.org/officeDocument/2006/relationships/image"/><Relationship Id="rId12" Target="../media/image861.png" Type="http://schemas.openxmlformats.org/officeDocument/2006/relationships/image"/><Relationship Id="rId120" Target="../media/image969.png" Type="http://schemas.openxmlformats.org/officeDocument/2006/relationships/image"/><Relationship Id="rId121" Target="../media/image970.svg" Type="http://schemas.openxmlformats.org/officeDocument/2006/relationships/image"/><Relationship Id="rId122" Target="../media/image971.png" Type="http://schemas.openxmlformats.org/officeDocument/2006/relationships/image"/><Relationship Id="rId123" Target="../media/image972.svg" Type="http://schemas.openxmlformats.org/officeDocument/2006/relationships/image"/><Relationship Id="rId124" Target="../media/image973.png" Type="http://schemas.openxmlformats.org/officeDocument/2006/relationships/image"/><Relationship Id="rId125" Target="../media/image974.svg" Type="http://schemas.openxmlformats.org/officeDocument/2006/relationships/image"/><Relationship Id="rId126" Target="../media/image975.png" Type="http://schemas.openxmlformats.org/officeDocument/2006/relationships/image"/><Relationship Id="rId127" Target="../media/image976.svg" Type="http://schemas.openxmlformats.org/officeDocument/2006/relationships/image"/><Relationship Id="rId128" Target="../media/image977.png" Type="http://schemas.openxmlformats.org/officeDocument/2006/relationships/image"/><Relationship Id="rId129" Target="../media/image978.svg" Type="http://schemas.openxmlformats.org/officeDocument/2006/relationships/image"/><Relationship Id="rId13" Target="../media/image862.svg" Type="http://schemas.openxmlformats.org/officeDocument/2006/relationships/image"/><Relationship Id="rId130" Target="../media/image979.png" Type="http://schemas.openxmlformats.org/officeDocument/2006/relationships/image"/><Relationship Id="rId131" Target="../media/image980.svg" Type="http://schemas.openxmlformats.org/officeDocument/2006/relationships/image"/><Relationship Id="rId132" Target="../media/image981.png" Type="http://schemas.openxmlformats.org/officeDocument/2006/relationships/image"/><Relationship Id="rId133" Target="../media/image982.svg" Type="http://schemas.openxmlformats.org/officeDocument/2006/relationships/image"/><Relationship Id="rId134" Target="../media/image983.png" Type="http://schemas.openxmlformats.org/officeDocument/2006/relationships/image"/><Relationship Id="rId135" Target="../media/image984.svg" Type="http://schemas.openxmlformats.org/officeDocument/2006/relationships/image"/><Relationship Id="rId136" Target="../media/image985.png" Type="http://schemas.openxmlformats.org/officeDocument/2006/relationships/image"/><Relationship Id="rId137" Target="../media/image986.svg" Type="http://schemas.openxmlformats.org/officeDocument/2006/relationships/image"/><Relationship Id="rId138" Target="../media/image987.png" Type="http://schemas.openxmlformats.org/officeDocument/2006/relationships/image"/><Relationship Id="rId139" Target="../media/image988.svg" Type="http://schemas.openxmlformats.org/officeDocument/2006/relationships/image"/><Relationship Id="rId14" Target="../media/image863.png" Type="http://schemas.openxmlformats.org/officeDocument/2006/relationships/image"/><Relationship Id="rId140" Target="../media/image989.png" Type="http://schemas.openxmlformats.org/officeDocument/2006/relationships/image"/><Relationship Id="rId141" Target="../media/image990.svg" Type="http://schemas.openxmlformats.org/officeDocument/2006/relationships/image"/><Relationship Id="rId142" Target="../media/image991.png" Type="http://schemas.openxmlformats.org/officeDocument/2006/relationships/image"/><Relationship Id="rId143" Target="../media/image992.svg" Type="http://schemas.openxmlformats.org/officeDocument/2006/relationships/image"/><Relationship Id="rId144" Target="../media/image993.png" Type="http://schemas.openxmlformats.org/officeDocument/2006/relationships/image"/><Relationship Id="rId145" Target="../media/image994.svg" Type="http://schemas.openxmlformats.org/officeDocument/2006/relationships/image"/><Relationship Id="rId146" Target="../media/image995.png" Type="http://schemas.openxmlformats.org/officeDocument/2006/relationships/image"/><Relationship Id="rId147" Target="../media/image996.svg" Type="http://schemas.openxmlformats.org/officeDocument/2006/relationships/image"/><Relationship Id="rId148" Target="../media/image997.png" Type="http://schemas.openxmlformats.org/officeDocument/2006/relationships/image"/><Relationship Id="rId149" Target="../media/image998.svg" Type="http://schemas.openxmlformats.org/officeDocument/2006/relationships/image"/><Relationship Id="rId15" Target="../media/image864.svg" Type="http://schemas.openxmlformats.org/officeDocument/2006/relationships/image"/><Relationship Id="rId150" Target="../media/image999.png" Type="http://schemas.openxmlformats.org/officeDocument/2006/relationships/image"/><Relationship Id="rId151" Target="../media/image1000.svg" Type="http://schemas.openxmlformats.org/officeDocument/2006/relationships/image"/><Relationship Id="rId152" Target="../media/image1001.png" Type="http://schemas.openxmlformats.org/officeDocument/2006/relationships/image"/><Relationship Id="rId153" Target="../media/image1002.svg" Type="http://schemas.openxmlformats.org/officeDocument/2006/relationships/image"/><Relationship Id="rId154" Target="../media/image1003.png" Type="http://schemas.openxmlformats.org/officeDocument/2006/relationships/image"/><Relationship Id="rId155" Target="../media/image1004.svg" Type="http://schemas.openxmlformats.org/officeDocument/2006/relationships/image"/><Relationship Id="rId156" Target="../media/image1005.png" Type="http://schemas.openxmlformats.org/officeDocument/2006/relationships/image"/><Relationship Id="rId157" Target="../media/image1006.svg" Type="http://schemas.openxmlformats.org/officeDocument/2006/relationships/image"/><Relationship Id="rId158" Target="../media/image1007.png" Type="http://schemas.openxmlformats.org/officeDocument/2006/relationships/image"/><Relationship Id="rId159" Target="../media/image1008.svg" Type="http://schemas.openxmlformats.org/officeDocument/2006/relationships/image"/><Relationship Id="rId16" Target="../media/image865.png" Type="http://schemas.openxmlformats.org/officeDocument/2006/relationships/image"/><Relationship Id="rId160" Target="../media/image1009.png" Type="http://schemas.openxmlformats.org/officeDocument/2006/relationships/image"/><Relationship Id="rId161" Target="../media/image1010.svg" Type="http://schemas.openxmlformats.org/officeDocument/2006/relationships/image"/><Relationship Id="rId162" Target="../media/image1011.png" Type="http://schemas.openxmlformats.org/officeDocument/2006/relationships/image"/><Relationship Id="rId163" Target="../media/image1012.svg" Type="http://schemas.openxmlformats.org/officeDocument/2006/relationships/image"/><Relationship Id="rId164" Target="../media/image1013.png" Type="http://schemas.openxmlformats.org/officeDocument/2006/relationships/image"/><Relationship Id="rId165" Target="../media/image1014.svg" Type="http://schemas.openxmlformats.org/officeDocument/2006/relationships/image"/><Relationship Id="rId166" Target="../media/image1015.png" Type="http://schemas.openxmlformats.org/officeDocument/2006/relationships/image"/><Relationship Id="rId167" Target="../media/image1016.svg" Type="http://schemas.openxmlformats.org/officeDocument/2006/relationships/image"/><Relationship Id="rId168" Target="../media/image1017.png" Type="http://schemas.openxmlformats.org/officeDocument/2006/relationships/image"/><Relationship Id="rId169" Target="../media/image1018.svg" Type="http://schemas.openxmlformats.org/officeDocument/2006/relationships/image"/><Relationship Id="rId17" Target="../media/image866.svg" Type="http://schemas.openxmlformats.org/officeDocument/2006/relationships/image"/><Relationship Id="rId170" Target="../media/image1019.png" Type="http://schemas.openxmlformats.org/officeDocument/2006/relationships/image"/><Relationship Id="rId171" Target="../media/image1020.svg" Type="http://schemas.openxmlformats.org/officeDocument/2006/relationships/image"/><Relationship Id="rId172" Target="../media/image1021.png" Type="http://schemas.openxmlformats.org/officeDocument/2006/relationships/image"/><Relationship Id="rId173" Target="../media/image1022.svg" Type="http://schemas.openxmlformats.org/officeDocument/2006/relationships/image"/><Relationship Id="rId174" Target="../media/image1023.png" Type="http://schemas.openxmlformats.org/officeDocument/2006/relationships/image"/><Relationship Id="rId175" Target="../media/image1024.svg" Type="http://schemas.openxmlformats.org/officeDocument/2006/relationships/image"/><Relationship Id="rId176" Target="../media/image1025.png" Type="http://schemas.openxmlformats.org/officeDocument/2006/relationships/image"/><Relationship Id="rId177" Target="../media/image1026.svg" Type="http://schemas.openxmlformats.org/officeDocument/2006/relationships/image"/><Relationship Id="rId178" Target="../media/image1027.png" Type="http://schemas.openxmlformats.org/officeDocument/2006/relationships/image"/><Relationship Id="rId179" Target="../media/image1028.svg" Type="http://schemas.openxmlformats.org/officeDocument/2006/relationships/image"/><Relationship Id="rId18" Target="../media/image867.png" Type="http://schemas.openxmlformats.org/officeDocument/2006/relationships/image"/><Relationship Id="rId180" Target="../media/image1029.png" Type="http://schemas.openxmlformats.org/officeDocument/2006/relationships/image"/><Relationship Id="rId181" Target="../media/image1030.svg" Type="http://schemas.openxmlformats.org/officeDocument/2006/relationships/image"/><Relationship Id="rId182" Target="../media/image1031.png" Type="http://schemas.openxmlformats.org/officeDocument/2006/relationships/image"/><Relationship Id="rId183" Target="../media/image1032.svg" Type="http://schemas.openxmlformats.org/officeDocument/2006/relationships/image"/><Relationship Id="rId184" Target="../media/image1033.png" Type="http://schemas.openxmlformats.org/officeDocument/2006/relationships/image"/><Relationship Id="rId185" Target="../media/image1034.svg" Type="http://schemas.openxmlformats.org/officeDocument/2006/relationships/image"/><Relationship Id="rId186" Target="../media/image1035.png" Type="http://schemas.openxmlformats.org/officeDocument/2006/relationships/image"/><Relationship Id="rId187" Target="../media/image1036.svg" Type="http://schemas.openxmlformats.org/officeDocument/2006/relationships/image"/><Relationship Id="rId188" Target="../media/image1037.png" Type="http://schemas.openxmlformats.org/officeDocument/2006/relationships/image"/><Relationship Id="rId189" Target="../media/image1038.svg" Type="http://schemas.openxmlformats.org/officeDocument/2006/relationships/image"/><Relationship Id="rId19" Target="../media/image868.svg" Type="http://schemas.openxmlformats.org/officeDocument/2006/relationships/image"/><Relationship Id="rId190" Target="../media/image1039.png" Type="http://schemas.openxmlformats.org/officeDocument/2006/relationships/image"/><Relationship Id="rId191" Target="../media/image1040.svg" Type="http://schemas.openxmlformats.org/officeDocument/2006/relationships/image"/><Relationship Id="rId192" Target="../media/image1041.png" Type="http://schemas.openxmlformats.org/officeDocument/2006/relationships/image"/><Relationship Id="rId193" Target="../media/image1042.svg" Type="http://schemas.openxmlformats.org/officeDocument/2006/relationships/image"/><Relationship Id="rId194" Target="../media/image1043.png" Type="http://schemas.openxmlformats.org/officeDocument/2006/relationships/image"/><Relationship Id="rId195" Target="../media/image1044.svg" Type="http://schemas.openxmlformats.org/officeDocument/2006/relationships/image"/><Relationship Id="rId196" Target="../media/image1045.png" Type="http://schemas.openxmlformats.org/officeDocument/2006/relationships/image"/><Relationship Id="rId197" Target="../media/image1046.svg" Type="http://schemas.openxmlformats.org/officeDocument/2006/relationships/image"/><Relationship Id="rId198" Target="../media/image1047.png" Type="http://schemas.openxmlformats.org/officeDocument/2006/relationships/image"/><Relationship Id="rId199" Target="../media/image1048.svg" Type="http://schemas.openxmlformats.org/officeDocument/2006/relationships/image"/><Relationship Id="rId2" Target="../media/image851.png" Type="http://schemas.openxmlformats.org/officeDocument/2006/relationships/image"/><Relationship Id="rId20" Target="../media/image869.png" Type="http://schemas.openxmlformats.org/officeDocument/2006/relationships/image"/><Relationship Id="rId200" Target="../media/image1049.png" Type="http://schemas.openxmlformats.org/officeDocument/2006/relationships/image"/><Relationship Id="rId201" Target="../media/image1050.svg" Type="http://schemas.openxmlformats.org/officeDocument/2006/relationships/image"/><Relationship Id="rId202" Target="../media/image1051.png" Type="http://schemas.openxmlformats.org/officeDocument/2006/relationships/image"/><Relationship Id="rId203" Target="../media/image1052.svg" Type="http://schemas.openxmlformats.org/officeDocument/2006/relationships/image"/><Relationship Id="rId204" Target="../media/image1053.png" Type="http://schemas.openxmlformats.org/officeDocument/2006/relationships/image"/><Relationship Id="rId205" Target="../media/image1054.svg" Type="http://schemas.openxmlformats.org/officeDocument/2006/relationships/image"/><Relationship Id="rId206" Target="../media/image1055.png" Type="http://schemas.openxmlformats.org/officeDocument/2006/relationships/image"/><Relationship Id="rId207" Target="../media/image1056.svg" Type="http://schemas.openxmlformats.org/officeDocument/2006/relationships/image"/><Relationship Id="rId208" Target="../media/image1057.png" Type="http://schemas.openxmlformats.org/officeDocument/2006/relationships/image"/><Relationship Id="rId209" Target="../media/image1058.svg" Type="http://schemas.openxmlformats.org/officeDocument/2006/relationships/image"/><Relationship Id="rId21" Target="../media/image870.svg" Type="http://schemas.openxmlformats.org/officeDocument/2006/relationships/image"/><Relationship Id="rId210" Target="../media/image1059.png" Type="http://schemas.openxmlformats.org/officeDocument/2006/relationships/image"/><Relationship Id="rId211" Target="../media/image1060.svg" Type="http://schemas.openxmlformats.org/officeDocument/2006/relationships/image"/><Relationship Id="rId212" Target="../media/image1061.png" Type="http://schemas.openxmlformats.org/officeDocument/2006/relationships/image"/><Relationship Id="rId213" Target="../media/image1062.svg" Type="http://schemas.openxmlformats.org/officeDocument/2006/relationships/image"/><Relationship Id="rId214" Target="../media/image1063.png" Type="http://schemas.openxmlformats.org/officeDocument/2006/relationships/image"/><Relationship Id="rId215" Target="../media/image1064.svg" Type="http://schemas.openxmlformats.org/officeDocument/2006/relationships/image"/><Relationship Id="rId216" Target="../media/image1065.png" Type="http://schemas.openxmlformats.org/officeDocument/2006/relationships/image"/><Relationship Id="rId217" Target="../media/image1066.svg" Type="http://schemas.openxmlformats.org/officeDocument/2006/relationships/image"/><Relationship Id="rId218" Target="../media/image1067.png" Type="http://schemas.openxmlformats.org/officeDocument/2006/relationships/image"/><Relationship Id="rId219" Target="../media/image1068.svg" Type="http://schemas.openxmlformats.org/officeDocument/2006/relationships/image"/><Relationship Id="rId22" Target="../media/image871.png" Type="http://schemas.openxmlformats.org/officeDocument/2006/relationships/image"/><Relationship Id="rId220" Target="../media/image1069.png" Type="http://schemas.openxmlformats.org/officeDocument/2006/relationships/image"/><Relationship Id="rId221" Target="../media/image1070.svg" Type="http://schemas.openxmlformats.org/officeDocument/2006/relationships/image"/><Relationship Id="rId222" Target="../media/image1071.png" Type="http://schemas.openxmlformats.org/officeDocument/2006/relationships/image"/><Relationship Id="rId223" Target="../media/image1072.svg" Type="http://schemas.openxmlformats.org/officeDocument/2006/relationships/image"/><Relationship Id="rId224" Target="../media/image1073.png" Type="http://schemas.openxmlformats.org/officeDocument/2006/relationships/image"/><Relationship Id="rId225" Target="../media/image1074.svg" Type="http://schemas.openxmlformats.org/officeDocument/2006/relationships/image"/><Relationship Id="rId226" Target="../media/image1075.svg" Type="http://schemas.openxmlformats.org/officeDocument/2006/relationships/image"/><Relationship Id="rId227" Target="../media/image1076.svg" Type="http://schemas.openxmlformats.org/officeDocument/2006/relationships/image"/><Relationship Id="rId228" Target="../media/image1077.svg" Type="http://schemas.openxmlformats.org/officeDocument/2006/relationships/image"/><Relationship Id="rId229" Target="../media/image1078.svg" Type="http://schemas.openxmlformats.org/officeDocument/2006/relationships/image"/><Relationship Id="rId23" Target="../media/image872.svg" Type="http://schemas.openxmlformats.org/officeDocument/2006/relationships/image"/><Relationship Id="rId230" Target="../media/image1079.svg" Type="http://schemas.openxmlformats.org/officeDocument/2006/relationships/image"/><Relationship Id="rId231" Target="../media/image1080.svg" Type="http://schemas.openxmlformats.org/officeDocument/2006/relationships/image"/><Relationship Id="rId232" Target="../media/image1081.svg" Type="http://schemas.openxmlformats.org/officeDocument/2006/relationships/image"/><Relationship Id="rId233" Target="../media/image1082.svg" Type="http://schemas.openxmlformats.org/officeDocument/2006/relationships/image"/><Relationship Id="rId234" Target="../media/image1083.svg" Type="http://schemas.openxmlformats.org/officeDocument/2006/relationships/image"/><Relationship Id="rId235" Target="../media/image1084.svg" Type="http://schemas.openxmlformats.org/officeDocument/2006/relationships/image"/><Relationship Id="rId236" Target="../media/image1085.png" Type="http://schemas.openxmlformats.org/officeDocument/2006/relationships/image"/><Relationship Id="rId237" Target="../media/image1086.png" Type="http://schemas.openxmlformats.org/officeDocument/2006/relationships/image"/><Relationship Id="rId238" Target="../media/image1087.svg" Type="http://schemas.openxmlformats.org/officeDocument/2006/relationships/image"/><Relationship Id="rId239" Target="../media/image1088.png" Type="http://schemas.openxmlformats.org/officeDocument/2006/relationships/image"/><Relationship Id="rId24" Target="../media/image873.png" Type="http://schemas.openxmlformats.org/officeDocument/2006/relationships/image"/><Relationship Id="rId240" Target="../media/image1089.png" Type="http://schemas.openxmlformats.org/officeDocument/2006/relationships/image"/><Relationship Id="rId241" Target="../media/image1090.png" Type="http://schemas.openxmlformats.org/officeDocument/2006/relationships/image"/><Relationship Id="rId242" Target="../media/image1091.svg" Type="http://schemas.openxmlformats.org/officeDocument/2006/relationships/image"/><Relationship Id="rId243" Target="../media/image1092.png" Type="http://schemas.openxmlformats.org/officeDocument/2006/relationships/image"/><Relationship Id="rId244" Target="../media/image1093.svg" Type="http://schemas.openxmlformats.org/officeDocument/2006/relationships/image"/><Relationship Id="rId245" Target="../media/image1094.png" Type="http://schemas.openxmlformats.org/officeDocument/2006/relationships/image"/><Relationship Id="rId246" Target="../media/image1095.svg" Type="http://schemas.openxmlformats.org/officeDocument/2006/relationships/image"/><Relationship Id="rId247" Target="../media/image1096.png" Type="http://schemas.openxmlformats.org/officeDocument/2006/relationships/image"/><Relationship Id="rId248" Target="../media/image1097.svg" Type="http://schemas.openxmlformats.org/officeDocument/2006/relationships/image"/><Relationship Id="rId249" Target="../media/image1098.png" Type="http://schemas.openxmlformats.org/officeDocument/2006/relationships/image"/><Relationship Id="rId25" Target="../media/image874.svg" Type="http://schemas.openxmlformats.org/officeDocument/2006/relationships/image"/><Relationship Id="rId250" Target="../media/image1099.svg" Type="http://schemas.openxmlformats.org/officeDocument/2006/relationships/image"/><Relationship Id="rId251" Target="../media/image1100.png" Type="http://schemas.openxmlformats.org/officeDocument/2006/relationships/image"/><Relationship Id="rId252" Target="../media/image1101.svg" Type="http://schemas.openxmlformats.org/officeDocument/2006/relationships/image"/><Relationship Id="rId253" Target="../media/image1102.png" Type="http://schemas.openxmlformats.org/officeDocument/2006/relationships/image"/><Relationship Id="rId254" Target="../media/image1103.svg" Type="http://schemas.openxmlformats.org/officeDocument/2006/relationships/image"/><Relationship Id="rId255" Target="../media/image1104.png" Type="http://schemas.openxmlformats.org/officeDocument/2006/relationships/image"/><Relationship Id="rId256" Target="../media/image1105.svg" Type="http://schemas.openxmlformats.org/officeDocument/2006/relationships/image"/><Relationship Id="rId257" Target="../media/image1106.png" Type="http://schemas.openxmlformats.org/officeDocument/2006/relationships/image"/><Relationship Id="rId258" Target="../media/image1107.svg" Type="http://schemas.openxmlformats.org/officeDocument/2006/relationships/image"/><Relationship Id="rId259" Target="../media/image1108.png" Type="http://schemas.openxmlformats.org/officeDocument/2006/relationships/image"/><Relationship Id="rId26" Target="../media/image875.png" Type="http://schemas.openxmlformats.org/officeDocument/2006/relationships/image"/><Relationship Id="rId260" Target="../media/image1109.svg" Type="http://schemas.openxmlformats.org/officeDocument/2006/relationships/image"/><Relationship Id="rId261" Target="../media/image1110.png" Type="http://schemas.openxmlformats.org/officeDocument/2006/relationships/image"/><Relationship Id="rId262" Target="../media/image1111.svg" Type="http://schemas.openxmlformats.org/officeDocument/2006/relationships/image"/><Relationship Id="rId263" Target="../media/image1112.png" Type="http://schemas.openxmlformats.org/officeDocument/2006/relationships/image"/><Relationship Id="rId264" Target="../media/image1113.svg" Type="http://schemas.openxmlformats.org/officeDocument/2006/relationships/image"/><Relationship Id="rId265" Target="../media/image1114.png" Type="http://schemas.openxmlformats.org/officeDocument/2006/relationships/image"/><Relationship Id="rId266" Target="../media/image1115.svg" Type="http://schemas.openxmlformats.org/officeDocument/2006/relationships/image"/><Relationship Id="rId267" Target="../media/image1116.png" Type="http://schemas.openxmlformats.org/officeDocument/2006/relationships/image"/><Relationship Id="rId268" Target="../media/image1117.svg" Type="http://schemas.openxmlformats.org/officeDocument/2006/relationships/image"/><Relationship Id="rId269" Target="../media/image1118.png" Type="http://schemas.openxmlformats.org/officeDocument/2006/relationships/image"/><Relationship Id="rId27" Target="../media/image876.svg" Type="http://schemas.openxmlformats.org/officeDocument/2006/relationships/image"/><Relationship Id="rId270" Target="../media/image1119.svg" Type="http://schemas.openxmlformats.org/officeDocument/2006/relationships/image"/><Relationship Id="rId271" Target="../media/image1120.png" Type="http://schemas.openxmlformats.org/officeDocument/2006/relationships/image"/><Relationship Id="rId272" Target="../media/image1121.svg" Type="http://schemas.openxmlformats.org/officeDocument/2006/relationships/image"/><Relationship Id="rId273" Target="../media/image1122.png" Type="http://schemas.openxmlformats.org/officeDocument/2006/relationships/image"/><Relationship Id="rId274" Target="../media/image1123.svg" Type="http://schemas.openxmlformats.org/officeDocument/2006/relationships/image"/><Relationship Id="rId275" Target="../media/image1124.png" Type="http://schemas.openxmlformats.org/officeDocument/2006/relationships/image"/><Relationship Id="rId276" Target="../media/image1125.svg" Type="http://schemas.openxmlformats.org/officeDocument/2006/relationships/image"/><Relationship Id="rId277" Target="../media/image1126.png" Type="http://schemas.openxmlformats.org/officeDocument/2006/relationships/image"/><Relationship Id="rId278" Target="../media/image1127.svg" Type="http://schemas.openxmlformats.org/officeDocument/2006/relationships/image"/><Relationship Id="rId279" Target="../media/image1128.png" Type="http://schemas.openxmlformats.org/officeDocument/2006/relationships/image"/><Relationship Id="rId28" Target="../media/image877.png" Type="http://schemas.openxmlformats.org/officeDocument/2006/relationships/image"/><Relationship Id="rId280" Target="../media/image1129.svg" Type="http://schemas.openxmlformats.org/officeDocument/2006/relationships/image"/><Relationship Id="rId281" Target="../media/image1130.png" Type="http://schemas.openxmlformats.org/officeDocument/2006/relationships/image"/><Relationship Id="rId282" Target="../media/image1131.svg" Type="http://schemas.openxmlformats.org/officeDocument/2006/relationships/image"/><Relationship Id="rId283" Target="../media/image1132.png" Type="http://schemas.openxmlformats.org/officeDocument/2006/relationships/image"/><Relationship Id="rId284" Target="../media/image1133.svg" Type="http://schemas.openxmlformats.org/officeDocument/2006/relationships/image"/><Relationship Id="rId285" Target="../media/image1134.png" Type="http://schemas.openxmlformats.org/officeDocument/2006/relationships/image"/><Relationship Id="rId286" Target="../media/image1135.svg" Type="http://schemas.openxmlformats.org/officeDocument/2006/relationships/image"/><Relationship Id="rId287" Target="../media/image1136.png" Type="http://schemas.openxmlformats.org/officeDocument/2006/relationships/image"/><Relationship Id="rId288" Target="../media/image1137.svg" Type="http://schemas.openxmlformats.org/officeDocument/2006/relationships/image"/><Relationship Id="rId289" Target="../media/image1138.png" Type="http://schemas.openxmlformats.org/officeDocument/2006/relationships/image"/><Relationship Id="rId29" Target="../media/image878.svg" Type="http://schemas.openxmlformats.org/officeDocument/2006/relationships/image"/><Relationship Id="rId290" Target="../media/image1139.svg" Type="http://schemas.openxmlformats.org/officeDocument/2006/relationships/image"/><Relationship Id="rId291" Target="../media/image1140.png" Type="http://schemas.openxmlformats.org/officeDocument/2006/relationships/image"/><Relationship Id="rId292" Target="../media/image1141.svg" Type="http://schemas.openxmlformats.org/officeDocument/2006/relationships/image"/><Relationship Id="rId293" Target="../media/image1142.png" Type="http://schemas.openxmlformats.org/officeDocument/2006/relationships/image"/><Relationship Id="rId294" Target="../media/image1143.svg" Type="http://schemas.openxmlformats.org/officeDocument/2006/relationships/image"/><Relationship Id="rId295" Target="../media/image1144.png" Type="http://schemas.openxmlformats.org/officeDocument/2006/relationships/image"/><Relationship Id="rId296" Target="../media/image1145.svg" Type="http://schemas.openxmlformats.org/officeDocument/2006/relationships/image"/><Relationship Id="rId297" Target="../media/image1146.png" Type="http://schemas.openxmlformats.org/officeDocument/2006/relationships/image"/><Relationship Id="rId298" Target="../media/image1147.svg" Type="http://schemas.openxmlformats.org/officeDocument/2006/relationships/image"/><Relationship Id="rId299" Target="../media/image1148.png" Type="http://schemas.openxmlformats.org/officeDocument/2006/relationships/image"/><Relationship Id="rId3" Target="../media/image852.svg" Type="http://schemas.openxmlformats.org/officeDocument/2006/relationships/image"/><Relationship Id="rId30" Target="../media/image879.png" Type="http://schemas.openxmlformats.org/officeDocument/2006/relationships/image"/><Relationship Id="rId300" Target="../media/image1149.svg" Type="http://schemas.openxmlformats.org/officeDocument/2006/relationships/image"/><Relationship Id="rId301" Target="../media/image1150.png" Type="http://schemas.openxmlformats.org/officeDocument/2006/relationships/image"/><Relationship Id="rId302" Target="../media/image1151.svg" Type="http://schemas.openxmlformats.org/officeDocument/2006/relationships/image"/><Relationship Id="rId303" Target="../media/image1152.png" Type="http://schemas.openxmlformats.org/officeDocument/2006/relationships/image"/><Relationship Id="rId304" Target="../media/image1153.svg" Type="http://schemas.openxmlformats.org/officeDocument/2006/relationships/image"/><Relationship Id="rId305" Target="../media/image1154.png" Type="http://schemas.openxmlformats.org/officeDocument/2006/relationships/image"/><Relationship Id="rId306" Target="../media/image1155.svg" Type="http://schemas.openxmlformats.org/officeDocument/2006/relationships/image"/><Relationship Id="rId307" Target="../media/image1156.png" Type="http://schemas.openxmlformats.org/officeDocument/2006/relationships/image"/><Relationship Id="rId308" Target="../media/image1157.svg" Type="http://schemas.openxmlformats.org/officeDocument/2006/relationships/image"/><Relationship Id="rId309" Target="../media/image1158.png" Type="http://schemas.openxmlformats.org/officeDocument/2006/relationships/image"/><Relationship Id="rId31" Target="../media/image880.svg" Type="http://schemas.openxmlformats.org/officeDocument/2006/relationships/image"/><Relationship Id="rId310" Target="../media/image1159.svg" Type="http://schemas.openxmlformats.org/officeDocument/2006/relationships/image"/><Relationship Id="rId311" Target="../media/image1160.png" Type="http://schemas.openxmlformats.org/officeDocument/2006/relationships/image"/><Relationship Id="rId312" Target="../media/image1161.svg" Type="http://schemas.openxmlformats.org/officeDocument/2006/relationships/image"/><Relationship Id="rId313" Target="../media/image1162.png" Type="http://schemas.openxmlformats.org/officeDocument/2006/relationships/image"/><Relationship Id="rId314" Target="../media/image1163.svg" Type="http://schemas.openxmlformats.org/officeDocument/2006/relationships/image"/><Relationship Id="rId32" Target="../media/image881.png" Type="http://schemas.openxmlformats.org/officeDocument/2006/relationships/image"/><Relationship Id="rId33" Target="../media/image882.svg" Type="http://schemas.openxmlformats.org/officeDocument/2006/relationships/image"/><Relationship Id="rId34" Target="../media/image883.png" Type="http://schemas.openxmlformats.org/officeDocument/2006/relationships/image"/><Relationship Id="rId35" Target="../media/image884.svg" Type="http://schemas.openxmlformats.org/officeDocument/2006/relationships/image"/><Relationship Id="rId36" Target="../media/image885.png" Type="http://schemas.openxmlformats.org/officeDocument/2006/relationships/image"/><Relationship Id="rId37" Target="../media/image886.svg" Type="http://schemas.openxmlformats.org/officeDocument/2006/relationships/image"/><Relationship Id="rId38" Target="../media/image887.png" Type="http://schemas.openxmlformats.org/officeDocument/2006/relationships/image"/><Relationship Id="rId39" Target="../media/image888.svg" Type="http://schemas.openxmlformats.org/officeDocument/2006/relationships/image"/><Relationship Id="rId4" Target="../media/image853.png" Type="http://schemas.openxmlformats.org/officeDocument/2006/relationships/image"/><Relationship Id="rId40" Target="../media/image889.png" Type="http://schemas.openxmlformats.org/officeDocument/2006/relationships/image"/><Relationship Id="rId41" Target="../media/image890.svg" Type="http://schemas.openxmlformats.org/officeDocument/2006/relationships/image"/><Relationship Id="rId42" Target="../media/image891.png" Type="http://schemas.openxmlformats.org/officeDocument/2006/relationships/image"/><Relationship Id="rId43" Target="../media/image892.svg" Type="http://schemas.openxmlformats.org/officeDocument/2006/relationships/image"/><Relationship Id="rId44" Target="../media/image893.png" Type="http://schemas.openxmlformats.org/officeDocument/2006/relationships/image"/><Relationship Id="rId45" Target="../media/image894.svg" Type="http://schemas.openxmlformats.org/officeDocument/2006/relationships/image"/><Relationship Id="rId46" Target="../media/image895.png" Type="http://schemas.openxmlformats.org/officeDocument/2006/relationships/image"/><Relationship Id="rId47" Target="../media/image896.svg" Type="http://schemas.openxmlformats.org/officeDocument/2006/relationships/image"/><Relationship Id="rId48" Target="../media/image897.png" Type="http://schemas.openxmlformats.org/officeDocument/2006/relationships/image"/><Relationship Id="rId49" Target="../media/image898.svg" Type="http://schemas.openxmlformats.org/officeDocument/2006/relationships/image"/><Relationship Id="rId5" Target="../media/image854.svg" Type="http://schemas.openxmlformats.org/officeDocument/2006/relationships/image"/><Relationship Id="rId50" Target="../media/image899.png" Type="http://schemas.openxmlformats.org/officeDocument/2006/relationships/image"/><Relationship Id="rId51" Target="../media/image900.svg" Type="http://schemas.openxmlformats.org/officeDocument/2006/relationships/image"/><Relationship Id="rId52" Target="../media/image901.png" Type="http://schemas.openxmlformats.org/officeDocument/2006/relationships/image"/><Relationship Id="rId53" Target="../media/image902.svg" Type="http://schemas.openxmlformats.org/officeDocument/2006/relationships/image"/><Relationship Id="rId54" Target="../media/image903.png" Type="http://schemas.openxmlformats.org/officeDocument/2006/relationships/image"/><Relationship Id="rId55" Target="../media/image904.svg" Type="http://schemas.openxmlformats.org/officeDocument/2006/relationships/image"/><Relationship Id="rId56" Target="../media/image905.png" Type="http://schemas.openxmlformats.org/officeDocument/2006/relationships/image"/><Relationship Id="rId57" Target="../media/image906.svg" Type="http://schemas.openxmlformats.org/officeDocument/2006/relationships/image"/><Relationship Id="rId58" Target="../media/image907.png" Type="http://schemas.openxmlformats.org/officeDocument/2006/relationships/image"/><Relationship Id="rId59" Target="../media/image908.svg" Type="http://schemas.openxmlformats.org/officeDocument/2006/relationships/image"/><Relationship Id="rId6" Target="../media/image855.png" Type="http://schemas.openxmlformats.org/officeDocument/2006/relationships/image"/><Relationship Id="rId60" Target="../media/image909.png" Type="http://schemas.openxmlformats.org/officeDocument/2006/relationships/image"/><Relationship Id="rId61" Target="../media/image910.svg" Type="http://schemas.openxmlformats.org/officeDocument/2006/relationships/image"/><Relationship Id="rId62" Target="../media/image911.png" Type="http://schemas.openxmlformats.org/officeDocument/2006/relationships/image"/><Relationship Id="rId63" Target="../media/image912.svg" Type="http://schemas.openxmlformats.org/officeDocument/2006/relationships/image"/><Relationship Id="rId64" Target="../media/image913.png" Type="http://schemas.openxmlformats.org/officeDocument/2006/relationships/image"/><Relationship Id="rId65" Target="../media/image914.svg" Type="http://schemas.openxmlformats.org/officeDocument/2006/relationships/image"/><Relationship Id="rId66" Target="../media/image915.png" Type="http://schemas.openxmlformats.org/officeDocument/2006/relationships/image"/><Relationship Id="rId67" Target="../media/image916.svg" Type="http://schemas.openxmlformats.org/officeDocument/2006/relationships/image"/><Relationship Id="rId68" Target="../media/image917.png" Type="http://schemas.openxmlformats.org/officeDocument/2006/relationships/image"/><Relationship Id="rId69" Target="../media/image918.svg" Type="http://schemas.openxmlformats.org/officeDocument/2006/relationships/image"/><Relationship Id="rId7" Target="../media/image856.svg" Type="http://schemas.openxmlformats.org/officeDocument/2006/relationships/image"/><Relationship Id="rId70" Target="../media/image919.png" Type="http://schemas.openxmlformats.org/officeDocument/2006/relationships/image"/><Relationship Id="rId71" Target="../media/image920.svg" Type="http://schemas.openxmlformats.org/officeDocument/2006/relationships/image"/><Relationship Id="rId72" Target="../media/image921.png" Type="http://schemas.openxmlformats.org/officeDocument/2006/relationships/image"/><Relationship Id="rId73" Target="../media/image922.svg" Type="http://schemas.openxmlformats.org/officeDocument/2006/relationships/image"/><Relationship Id="rId74" Target="../media/image923.png" Type="http://schemas.openxmlformats.org/officeDocument/2006/relationships/image"/><Relationship Id="rId75" Target="../media/image924.svg" Type="http://schemas.openxmlformats.org/officeDocument/2006/relationships/image"/><Relationship Id="rId76" Target="../media/image925.png" Type="http://schemas.openxmlformats.org/officeDocument/2006/relationships/image"/><Relationship Id="rId77" Target="../media/image926.svg" Type="http://schemas.openxmlformats.org/officeDocument/2006/relationships/image"/><Relationship Id="rId78" Target="../media/image927.png" Type="http://schemas.openxmlformats.org/officeDocument/2006/relationships/image"/><Relationship Id="rId79" Target="../media/image928.svg" Type="http://schemas.openxmlformats.org/officeDocument/2006/relationships/image"/><Relationship Id="rId8" Target="../media/image857.png" Type="http://schemas.openxmlformats.org/officeDocument/2006/relationships/image"/><Relationship Id="rId80" Target="../media/image929.png" Type="http://schemas.openxmlformats.org/officeDocument/2006/relationships/image"/><Relationship Id="rId81" Target="../media/image930.svg" Type="http://schemas.openxmlformats.org/officeDocument/2006/relationships/image"/><Relationship Id="rId82" Target="../media/image931.png" Type="http://schemas.openxmlformats.org/officeDocument/2006/relationships/image"/><Relationship Id="rId83" Target="../media/image932.svg" Type="http://schemas.openxmlformats.org/officeDocument/2006/relationships/image"/><Relationship Id="rId84" Target="../media/image933.png" Type="http://schemas.openxmlformats.org/officeDocument/2006/relationships/image"/><Relationship Id="rId85" Target="../media/image934.svg" Type="http://schemas.openxmlformats.org/officeDocument/2006/relationships/image"/><Relationship Id="rId86" Target="../media/image935.png" Type="http://schemas.openxmlformats.org/officeDocument/2006/relationships/image"/><Relationship Id="rId87" Target="../media/image936.svg" Type="http://schemas.openxmlformats.org/officeDocument/2006/relationships/image"/><Relationship Id="rId88" Target="../media/image937.png" Type="http://schemas.openxmlformats.org/officeDocument/2006/relationships/image"/><Relationship Id="rId89" Target="../media/image938.svg" Type="http://schemas.openxmlformats.org/officeDocument/2006/relationships/image"/><Relationship Id="rId9" Target="../media/image858.svg" Type="http://schemas.openxmlformats.org/officeDocument/2006/relationships/image"/><Relationship Id="rId90" Target="../media/image939.png" Type="http://schemas.openxmlformats.org/officeDocument/2006/relationships/image"/><Relationship Id="rId91" Target="../media/image940.svg" Type="http://schemas.openxmlformats.org/officeDocument/2006/relationships/image"/><Relationship Id="rId92" Target="../media/image941.png" Type="http://schemas.openxmlformats.org/officeDocument/2006/relationships/image"/><Relationship Id="rId93" Target="../media/image942.svg" Type="http://schemas.openxmlformats.org/officeDocument/2006/relationships/image"/><Relationship Id="rId94" Target="../media/image943.png" Type="http://schemas.openxmlformats.org/officeDocument/2006/relationships/image"/><Relationship Id="rId95" Target="../media/image944.svg" Type="http://schemas.openxmlformats.org/officeDocument/2006/relationships/image"/><Relationship Id="rId96" Target="../media/image945.png" Type="http://schemas.openxmlformats.org/officeDocument/2006/relationships/image"/><Relationship Id="rId97" Target="../media/image946.svg" Type="http://schemas.openxmlformats.org/officeDocument/2006/relationships/image"/><Relationship Id="rId98" Target="../media/image947.png" Type="http://schemas.openxmlformats.org/officeDocument/2006/relationships/image"/><Relationship Id="rId99" Target="../media/image9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2.png" Type="http://schemas.openxmlformats.org/officeDocument/2006/relationships/image"/><Relationship Id="rId100" Target="../media/image1262.png" Type="http://schemas.openxmlformats.org/officeDocument/2006/relationships/image"/><Relationship Id="rId101" Target="../media/image1263.svg" Type="http://schemas.openxmlformats.org/officeDocument/2006/relationships/image"/><Relationship Id="rId102" Target="../media/image1264.png" Type="http://schemas.openxmlformats.org/officeDocument/2006/relationships/image"/><Relationship Id="rId103" Target="../media/image1265.svg" Type="http://schemas.openxmlformats.org/officeDocument/2006/relationships/image"/><Relationship Id="rId104" Target="../media/image1266.png" Type="http://schemas.openxmlformats.org/officeDocument/2006/relationships/image"/><Relationship Id="rId105" Target="../media/image1267.svg" Type="http://schemas.openxmlformats.org/officeDocument/2006/relationships/image"/><Relationship Id="rId106" Target="../media/image1268.png" Type="http://schemas.openxmlformats.org/officeDocument/2006/relationships/image"/><Relationship Id="rId107" Target="../media/image1269.svg" Type="http://schemas.openxmlformats.org/officeDocument/2006/relationships/image"/><Relationship Id="rId108" Target="../media/image1270.png" Type="http://schemas.openxmlformats.org/officeDocument/2006/relationships/image"/><Relationship Id="rId109" Target="../media/image1271.svg" Type="http://schemas.openxmlformats.org/officeDocument/2006/relationships/image"/><Relationship Id="rId11" Target="../media/image1173.svg" Type="http://schemas.openxmlformats.org/officeDocument/2006/relationships/image"/><Relationship Id="rId110" Target="../media/image1272.png" Type="http://schemas.openxmlformats.org/officeDocument/2006/relationships/image"/><Relationship Id="rId111" Target="../media/image1273.svg" Type="http://schemas.openxmlformats.org/officeDocument/2006/relationships/image"/><Relationship Id="rId112" Target="../media/image1274.png" Type="http://schemas.openxmlformats.org/officeDocument/2006/relationships/image"/><Relationship Id="rId113" Target="../media/image1275.svg" Type="http://schemas.openxmlformats.org/officeDocument/2006/relationships/image"/><Relationship Id="rId114" Target="../media/image1276.png" Type="http://schemas.openxmlformats.org/officeDocument/2006/relationships/image"/><Relationship Id="rId115" Target="../media/image1277.svg" Type="http://schemas.openxmlformats.org/officeDocument/2006/relationships/image"/><Relationship Id="rId116" Target="../media/image1278.png" Type="http://schemas.openxmlformats.org/officeDocument/2006/relationships/image"/><Relationship Id="rId117" Target="../media/image1279.svg" Type="http://schemas.openxmlformats.org/officeDocument/2006/relationships/image"/><Relationship Id="rId118" Target="../media/image1280.png" Type="http://schemas.openxmlformats.org/officeDocument/2006/relationships/image"/><Relationship Id="rId119" Target="../media/image1281.svg" Type="http://schemas.openxmlformats.org/officeDocument/2006/relationships/image"/><Relationship Id="rId12" Target="../media/image1174.png" Type="http://schemas.openxmlformats.org/officeDocument/2006/relationships/image"/><Relationship Id="rId120" Target="../media/image1282.png" Type="http://schemas.openxmlformats.org/officeDocument/2006/relationships/image"/><Relationship Id="rId121" Target="../media/image1283.svg" Type="http://schemas.openxmlformats.org/officeDocument/2006/relationships/image"/><Relationship Id="rId122" Target="../media/image1284.png" Type="http://schemas.openxmlformats.org/officeDocument/2006/relationships/image"/><Relationship Id="rId123" Target="../media/image1285.svg" Type="http://schemas.openxmlformats.org/officeDocument/2006/relationships/image"/><Relationship Id="rId124" Target="../media/image1286.png" Type="http://schemas.openxmlformats.org/officeDocument/2006/relationships/image"/><Relationship Id="rId125" Target="../media/image1287.svg" Type="http://schemas.openxmlformats.org/officeDocument/2006/relationships/image"/><Relationship Id="rId126" Target="../media/image1288.png" Type="http://schemas.openxmlformats.org/officeDocument/2006/relationships/image"/><Relationship Id="rId127" Target="../media/image1289.svg" Type="http://schemas.openxmlformats.org/officeDocument/2006/relationships/image"/><Relationship Id="rId128" Target="../media/image1290.png" Type="http://schemas.openxmlformats.org/officeDocument/2006/relationships/image"/><Relationship Id="rId129" Target="../media/image1291.svg" Type="http://schemas.openxmlformats.org/officeDocument/2006/relationships/image"/><Relationship Id="rId13" Target="../media/image1175.svg" Type="http://schemas.openxmlformats.org/officeDocument/2006/relationships/image"/><Relationship Id="rId130" Target="../media/image1292.png" Type="http://schemas.openxmlformats.org/officeDocument/2006/relationships/image"/><Relationship Id="rId131" Target="../media/image1293.svg" Type="http://schemas.openxmlformats.org/officeDocument/2006/relationships/image"/><Relationship Id="rId132" Target="../media/image1294.png" Type="http://schemas.openxmlformats.org/officeDocument/2006/relationships/image"/><Relationship Id="rId133" Target="../media/image1295.svg" Type="http://schemas.openxmlformats.org/officeDocument/2006/relationships/image"/><Relationship Id="rId134" Target="../media/image1296.png" Type="http://schemas.openxmlformats.org/officeDocument/2006/relationships/image"/><Relationship Id="rId135" Target="../media/image1297.svg" Type="http://schemas.openxmlformats.org/officeDocument/2006/relationships/image"/><Relationship Id="rId136" Target="../media/image1298.png" Type="http://schemas.openxmlformats.org/officeDocument/2006/relationships/image"/><Relationship Id="rId137" Target="../media/image1299.svg" Type="http://schemas.openxmlformats.org/officeDocument/2006/relationships/image"/><Relationship Id="rId138" Target="../media/image1300.png" Type="http://schemas.openxmlformats.org/officeDocument/2006/relationships/image"/><Relationship Id="rId139" Target="../media/image1301.svg" Type="http://schemas.openxmlformats.org/officeDocument/2006/relationships/image"/><Relationship Id="rId14" Target="../media/image1176.png" Type="http://schemas.openxmlformats.org/officeDocument/2006/relationships/image"/><Relationship Id="rId140" Target="../media/image1302.png" Type="http://schemas.openxmlformats.org/officeDocument/2006/relationships/image"/><Relationship Id="rId141" Target="../media/image1303.svg" Type="http://schemas.openxmlformats.org/officeDocument/2006/relationships/image"/><Relationship Id="rId142" Target="../media/image1304.png" Type="http://schemas.openxmlformats.org/officeDocument/2006/relationships/image"/><Relationship Id="rId143" Target="../media/image1305.svg" Type="http://schemas.openxmlformats.org/officeDocument/2006/relationships/image"/><Relationship Id="rId144" Target="../media/image1306.png" Type="http://schemas.openxmlformats.org/officeDocument/2006/relationships/image"/><Relationship Id="rId145" Target="../media/image1307.svg" Type="http://schemas.openxmlformats.org/officeDocument/2006/relationships/image"/><Relationship Id="rId146" Target="../media/image1308.png" Type="http://schemas.openxmlformats.org/officeDocument/2006/relationships/image"/><Relationship Id="rId147" Target="../media/image1309.svg" Type="http://schemas.openxmlformats.org/officeDocument/2006/relationships/image"/><Relationship Id="rId148" Target="../media/image1310.png" Type="http://schemas.openxmlformats.org/officeDocument/2006/relationships/image"/><Relationship Id="rId149" Target="../media/image1311.svg" Type="http://schemas.openxmlformats.org/officeDocument/2006/relationships/image"/><Relationship Id="rId15" Target="../media/image1177.svg" Type="http://schemas.openxmlformats.org/officeDocument/2006/relationships/image"/><Relationship Id="rId150" Target="../media/image1312.png" Type="http://schemas.openxmlformats.org/officeDocument/2006/relationships/image"/><Relationship Id="rId151" Target="../media/image1313.svg" Type="http://schemas.openxmlformats.org/officeDocument/2006/relationships/image"/><Relationship Id="rId152" Target="../media/image1314.png" Type="http://schemas.openxmlformats.org/officeDocument/2006/relationships/image"/><Relationship Id="rId153" Target="../media/image1315.svg" Type="http://schemas.openxmlformats.org/officeDocument/2006/relationships/image"/><Relationship Id="rId154" Target="../media/image1316.png" Type="http://schemas.openxmlformats.org/officeDocument/2006/relationships/image"/><Relationship Id="rId155" Target="../media/image1317.svg" Type="http://schemas.openxmlformats.org/officeDocument/2006/relationships/image"/><Relationship Id="rId156" Target="../media/image1318.png" Type="http://schemas.openxmlformats.org/officeDocument/2006/relationships/image"/><Relationship Id="rId157" Target="../media/image1319.svg" Type="http://schemas.openxmlformats.org/officeDocument/2006/relationships/image"/><Relationship Id="rId158" Target="../media/image1320.png" Type="http://schemas.openxmlformats.org/officeDocument/2006/relationships/image"/><Relationship Id="rId159" Target="../media/image1321.svg" Type="http://schemas.openxmlformats.org/officeDocument/2006/relationships/image"/><Relationship Id="rId16" Target="../media/image1178.png" Type="http://schemas.openxmlformats.org/officeDocument/2006/relationships/image"/><Relationship Id="rId160" Target="../media/image1322.png" Type="http://schemas.openxmlformats.org/officeDocument/2006/relationships/image"/><Relationship Id="rId161" Target="../media/image1323.svg" Type="http://schemas.openxmlformats.org/officeDocument/2006/relationships/image"/><Relationship Id="rId162" Target="../media/image1324.png" Type="http://schemas.openxmlformats.org/officeDocument/2006/relationships/image"/><Relationship Id="rId163" Target="../media/image1325.svg" Type="http://schemas.openxmlformats.org/officeDocument/2006/relationships/image"/><Relationship Id="rId164" Target="../media/image1326.png" Type="http://schemas.openxmlformats.org/officeDocument/2006/relationships/image"/><Relationship Id="rId165" Target="../media/image1327.svg" Type="http://schemas.openxmlformats.org/officeDocument/2006/relationships/image"/><Relationship Id="rId166" Target="../media/image1328.png" Type="http://schemas.openxmlformats.org/officeDocument/2006/relationships/image"/><Relationship Id="rId167" Target="../media/image1329.svg" Type="http://schemas.openxmlformats.org/officeDocument/2006/relationships/image"/><Relationship Id="rId168" Target="../media/image1330.png" Type="http://schemas.openxmlformats.org/officeDocument/2006/relationships/image"/><Relationship Id="rId169" Target="../media/image1331.svg" Type="http://schemas.openxmlformats.org/officeDocument/2006/relationships/image"/><Relationship Id="rId17" Target="../media/image1179.svg" Type="http://schemas.openxmlformats.org/officeDocument/2006/relationships/image"/><Relationship Id="rId170" Target="../media/image1332.png" Type="http://schemas.openxmlformats.org/officeDocument/2006/relationships/image"/><Relationship Id="rId171" Target="../media/image1333.svg" Type="http://schemas.openxmlformats.org/officeDocument/2006/relationships/image"/><Relationship Id="rId172" Target="../media/image1334.png" Type="http://schemas.openxmlformats.org/officeDocument/2006/relationships/image"/><Relationship Id="rId173" Target="../media/image1335.svg" Type="http://schemas.openxmlformats.org/officeDocument/2006/relationships/image"/><Relationship Id="rId174" Target="../media/image1336.png" Type="http://schemas.openxmlformats.org/officeDocument/2006/relationships/image"/><Relationship Id="rId175" Target="../media/image1337.svg" Type="http://schemas.openxmlformats.org/officeDocument/2006/relationships/image"/><Relationship Id="rId176" Target="../media/image1338.png" Type="http://schemas.openxmlformats.org/officeDocument/2006/relationships/image"/><Relationship Id="rId177" Target="../media/image1339.svg" Type="http://schemas.openxmlformats.org/officeDocument/2006/relationships/image"/><Relationship Id="rId178" Target="../media/image1340.png" Type="http://schemas.openxmlformats.org/officeDocument/2006/relationships/image"/><Relationship Id="rId179" Target="../media/image1341.svg" Type="http://schemas.openxmlformats.org/officeDocument/2006/relationships/image"/><Relationship Id="rId18" Target="../media/image1180.png" Type="http://schemas.openxmlformats.org/officeDocument/2006/relationships/image"/><Relationship Id="rId180" Target="../media/image1342.png" Type="http://schemas.openxmlformats.org/officeDocument/2006/relationships/image"/><Relationship Id="rId181" Target="../media/image1343.svg" Type="http://schemas.openxmlformats.org/officeDocument/2006/relationships/image"/><Relationship Id="rId182" Target="../media/image1344.png" Type="http://schemas.openxmlformats.org/officeDocument/2006/relationships/image"/><Relationship Id="rId183" Target="../media/image1345.svg" Type="http://schemas.openxmlformats.org/officeDocument/2006/relationships/image"/><Relationship Id="rId184" Target="../media/image1346.png" Type="http://schemas.openxmlformats.org/officeDocument/2006/relationships/image"/><Relationship Id="rId185" Target="../media/image1347.svg" Type="http://schemas.openxmlformats.org/officeDocument/2006/relationships/image"/><Relationship Id="rId186" Target="../media/image1348.png" Type="http://schemas.openxmlformats.org/officeDocument/2006/relationships/image"/><Relationship Id="rId187" Target="../media/image1349.svg" Type="http://schemas.openxmlformats.org/officeDocument/2006/relationships/image"/><Relationship Id="rId188" Target="../media/image1350.png" Type="http://schemas.openxmlformats.org/officeDocument/2006/relationships/image"/><Relationship Id="rId189" Target="../media/image1351.svg" Type="http://schemas.openxmlformats.org/officeDocument/2006/relationships/image"/><Relationship Id="rId19" Target="../media/image1181.svg" Type="http://schemas.openxmlformats.org/officeDocument/2006/relationships/image"/><Relationship Id="rId190" Target="../media/image1352.png" Type="http://schemas.openxmlformats.org/officeDocument/2006/relationships/image"/><Relationship Id="rId191" Target="../media/image1353.svg" Type="http://schemas.openxmlformats.org/officeDocument/2006/relationships/image"/><Relationship Id="rId192" Target="../media/image1354.png" Type="http://schemas.openxmlformats.org/officeDocument/2006/relationships/image"/><Relationship Id="rId193" Target="../media/image1355.svg" Type="http://schemas.openxmlformats.org/officeDocument/2006/relationships/image"/><Relationship Id="rId194" Target="../media/image1356.png" Type="http://schemas.openxmlformats.org/officeDocument/2006/relationships/image"/><Relationship Id="rId195" Target="../media/image1357.svg" Type="http://schemas.openxmlformats.org/officeDocument/2006/relationships/image"/><Relationship Id="rId196" Target="../media/image1358.png" Type="http://schemas.openxmlformats.org/officeDocument/2006/relationships/image"/><Relationship Id="rId197" Target="../media/image1359.svg" Type="http://schemas.openxmlformats.org/officeDocument/2006/relationships/image"/><Relationship Id="rId198" Target="../media/image1360.png" Type="http://schemas.openxmlformats.org/officeDocument/2006/relationships/image"/><Relationship Id="rId199" Target="../media/image1361.svg" Type="http://schemas.openxmlformats.org/officeDocument/2006/relationships/image"/><Relationship Id="rId2" Target="../media/image1164.png" Type="http://schemas.openxmlformats.org/officeDocument/2006/relationships/image"/><Relationship Id="rId20" Target="../media/image1182.png" Type="http://schemas.openxmlformats.org/officeDocument/2006/relationships/image"/><Relationship Id="rId200" Target="../media/image1362.png" Type="http://schemas.openxmlformats.org/officeDocument/2006/relationships/image"/><Relationship Id="rId201" Target="../media/image1363.svg" Type="http://schemas.openxmlformats.org/officeDocument/2006/relationships/image"/><Relationship Id="rId202" Target="../media/image1364.png" Type="http://schemas.openxmlformats.org/officeDocument/2006/relationships/image"/><Relationship Id="rId203" Target="../media/image1365.svg" Type="http://schemas.openxmlformats.org/officeDocument/2006/relationships/image"/><Relationship Id="rId204" Target="../media/image1366.png" Type="http://schemas.openxmlformats.org/officeDocument/2006/relationships/image"/><Relationship Id="rId205" Target="../media/image1367.svg" Type="http://schemas.openxmlformats.org/officeDocument/2006/relationships/image"/><Relationship Id="rId206" Target="../media/image1368.png" Type="http://schemas.openxmlformats.org/officeDocument/2006/relationships/image"/><Relationship Id="rId207" Target="../media/image1369.svg" Type="http://schemas.openxmlformats.org/officeDocument/2006/relationships/image"/><Relationship Id="rId208" Target="../media/image1370.png" Type="http://schemas.openxmlformats.org/officeDocument/2006/relationships/image"/><Relationship Id="rId209" Target="../media/image1371.svg" Type="http://schemas.openxmlformats.org/officeDocument/2006/relationships/image"/><Relationship Id="rId21" Target="../media/image1183.svg" Type="http://schemas.openxmlformats.org/officeDocument/2006/relationships/image"/><Relationship Id="rId210" Target="../media/image1372.png" Type="http://schemas.openxmlformats.org/officeDocument/2006/relationships/image"/><Relationship Id="rId211" Target="../media/image1373.svg" Type="http://schemas.openxmlformats.org/officeDocument/2006/relationships/image"/><Relationship Id="rId212" Target="../media/image1374.png" Type="http://schemas.openxmlformats.org/officeDocument/2006/relationships/image"/><Relationship Id="rId213" Target="../media/image1375.svg" Type="http://schemas.openxmlformats.org/officeDocument/2006/relationships/image"/><Relationship Id="rId214" Target="../media/image1376.png" Type="http://schemas.openxmlformats.org/officeDocument/2006/relationships/image"/><Relationship Id="rId215" Target="../media/image1377.svg" Type="http://schemas.openxmlformats.org/officeDocument/2006/relationships/image"/><Relationship Id="rId216" Target="../media/image1378.png" Type="http://schemas.openxmlformats.org/officeDocument/2006/relationships/image"/><Relationship Id="rId217" Target="../media/image1379.svg" Type="http://schemas.openxmlformats.org/officeDocument/2006/relationships/image"/><Relationship Id="rId218" Target="../media/image1380.png" Type="http://schemas.openxmlformats.org/officeDocument/2006/relationships/image"/><Relationship Id="rId219" Target="../media/image1381.svg" Type="http://schemas.openxmlformats.org/officeDocument/2006/relationships/image"/><Relationship Id="rId22" Target="../media/image1184.svg" Type="http://schemas.openxmlformats.org/officeDocument/2006/relationships/image"/><Relationship Id="rId220" Target="../media/image1382.png" Type="http://schemas.openxmlformats.org/officeDocument/2006/relationships/image"/><Relationship Id="rId221" Target="../media/image1383.svg" Type="http://schemas.openxmlformats.org/officeDocument/2006/relationships/image"/><Relationship Id="rId222" Target="../media/image1384.png" Type="http://schemas.openxmlformats.org/officeDocument/2006/relationships/image"/><Relationship Id="rId223" Target="../media/image1385.svg" Type="http://schemas.openxmlformats.org/officeDocument/2006/relationships/image"/><Relationship Id="rId224" Target="../media/image1386.png" Type="http://schemas.openxmlformats.org/officeDocument/2006/relationships/image"/><Relationship Id="rId225" Target="../media/image1387.svg" Type="http://schemas.openxmlformats.org/officeDocument/2006/relationships/image"/><Relationship Id="rId226" Target="../media/image1388.png" Type="http://schemas.openxmlformats.org/officeDocument/2006/relationships/image"/><Relationship Id="rId227" Target="../media/image1389.svg" Type="http://schemas.openxmlformats.org/officeDocument/2006/relationships/image"/><Relationship Id="rId228" Target="../media/image1390.png" Type="http://schemas.openxmlformats.org/officeDocument/2006/relationships/image"/><Relationship Id="rId229" Target="../media/image1391.svg" Type="http://schemas.openxmlformats.org/officeDocument/2006/relationships/image"/><Relationship Id="rId23" Target="../media/image1185.png" Type="http://schemas.openxmlformats.org/officeDocument/2006/relationships/image"/><Relationship Id="rId230" Target="../media/image1392.png" Type="http://schemas.openxmlformats.org/officeDocument/2006/relationships/image"/><Relationship Id="rId231" Target="../media/image1393.svg" Type="http://schemas.openxmlformats.org/officeDocument/2006/relationships/image"/><Relationship Id="rId232" Target="../media/image1394.png" Type="http://schemas.openxmlformats.org/officeDocument/2006/relationships/image"/><Relationship Id="rId233" Target="../media/image1395.svg" Type="http://schemas.openxmlformats.org/officeDocument/2006/relationships/image"/><Relationship Id="rId234" Target="../media/image1396.png" Type="http://schemas.openxmlformats.org/officeDocument/2006/relationships/image"/><Relationship Id="rId235" Target="../media/image1397.svg" Type="http://schemas.openxmlformats.org/officeDocument/2006/relationships/image"/><Relationship Id="rId236" Target="../media/image1398.png" Type="http://schemas.openxmlformats.org/officeDocument/2006/relationships/image"/><Relationship Id="rId237" Target="../media/image1399.svg" Type="http://schemas.openxmlformats.org/officeDocument/2006/relationships/image"/><Relationship Id="rId238" Target="../media/image1400.png" Type="http://schemas.openxmlformats.org/officeDocument/2006/relationships/image"/><Relationship Id="rId239" Target="../media/image1401.svg" Type="http://schemas.openxmlformats.org/officeDocument/2006/relationships/image"/><Relationship Id="rId24" Target="../media/image1186.svg" Type="http://schemas.openxmlformats.org/officeDocument/2006/relationships/image"/><Relationship Id="rId240" Target="../media/image1402.png" Type="http://schemas.openxmlformats.org/officeDocument/2006/relationships/image"/><Relationship Id="rId241" Target="../media/image1403.svg" Type="http://schemas.openxmlformats.org/officeDocument/2006/relationships/image"/><Relationship Id="rId242" Target="../media/image1404.png" Type="http://schemas.openxmlformats.org/officeDocument/2006/relationships/image"/><Relationship Id="rId243" Target="../media/image1405.svg" Type="http://schemas.openxmlformats.org/officeDocument/2006/relationships/image"/><Relationship Id="rId244" Target="../media/image1406.png" Type="http://schemas.openxmlformats.org/officeDocument/2006/relationships/image"/><Relationship Id="rId245" Target="../media/image1407.svg" Type="http://schemas.openxmlformats.org/officeDocument/2006/relationships/image"/><Relationship Id="rId246" Target="../media/image1408.png" Type="http://schemas.openxmlformats.org/officeDocument/2006/relationships/image"/><Relationship Id="rId247" Target="../media/image1409.svg" Type="http://schemas.openxmlformats.org/officeDocument/2006/relationships/image"/><Relationship Id="rId248" Target="../media/image1410.png" Type="http://schemas.openxmlformats.org/officeDocument/2006/relationships/image"/><Relationship Id="rId249" Target="../media/image1411.svg" Type="http://schemas.openxmlformats.org/officeDocument/2006/relationships/image"/><Relationship Id="rId25" Target="../media/image1187.png" Type="http://schemas.openxmlformats.org/officeDocument/2006/relationships/image"/><Relationship Id="rId250" Target="../media/image1412.png" Type="http://schemas.openxmlformats.org/officeDocument/2006/relationships/image"/><Relationship Id="rId251" Target="../media/image1413.svg" Type="http://schemas.openxmlformats.org/officeDocument/2006/relationships/image"/><Relationship Id="rId252" Target="../media/image1414.png" Type="http://schemas.openxmlformats.org/officeDocument/2006/relationships/image"/><Relationship Id="rId253" Target="../media/image1415.svg" Type="http://schemas.openxmlformats.org/officeDocument/2006/relationships/image"/><Relationship Id="rId254" Target="../media/image1416.png" Type="http://schemas.openxmlformats.org/officeDocument/2006/relationships/image"/><Relationship Id="rId255" Target="../media/image1417.svg" Type="http://schemas.openxmlformats.org/officeDocument/2006/relationships/image"/><Relationship Id="rId256" Target="../media/image1418.png" Type="http://schemas.openxmlformats.org/officeDocument/2006/relationships/image"/><Relationship Id="rId257" Target="../media/image1419.svg" Type="http://schemas.openxmlformats.org/officeDocument/2006/relationships/image"/><Relationship Id="rId258" Target="../media/image1420.png" Type="http://schemas.openxmlformats.org/officeDocument/2006/relationships/image"/><Relationship Id="rId259" Target="../media/image1421.svg" Type="http://schemas.openxmlformats.org/officeDocument/2006/relationships/image"/><Relationship Id="rId26" Target="../media/image1188.svg" Type="http://schemas.openxmlformats.org/officeDocument/2006/relationships/image"/><Relationship Id="rId260" Target="../media/image1422.png" Type="http://schemas.openxmlformats.org/officeDocument/2006/relationships/image"/><Relationship Id="rId261" Target="../media/image1423.svg" Type="http://schemas.openxmlformats.org/officeDocument/2006/relationships/image"/><Relationship Id="rId262" Target="../media/image1424.png" Type="http://schemas.openxmlformats.org/officeDocument/2006/relationships/image"/><Relationship Id="rId263" Target="../media/image1425.svg" Type="http://schemas.openxmlformats.org/officeDocument/2006/relationships/image"/><Relationship Id="rId264" Target="../media/image1426.png" Type="http://schemas.openxmlformats.org/officeDocument/2006/relationships/image"/><Relationship Id="rId265" Target="../media/image1427.svg" Type="http://schemas.openxmlformats.org/officeDocument/2006/relationships/image"/><Relationship Id="rId266" Target="../media/image1428.png" Type="http://schemas.openxmlformats.org/officeDocument/2006/relationships/image"/><Relationship Id="rId267" Target="../media/image1429.svg" Type="http://schemas.openxmlformats.org/officeDocument/2006/relationships/image"/><Relationship Id="rId268" Target="../media/image1430.png" Type="http://schemas.openxmlformats.org/officeDocument/2006/relationships/image"/><Relationship Id="rId269" Target="../media/image1431.svg" Type="http://schemas.openxmlformats.org/officeDocument/2006/relationships/image"/><Relationship Id="rId27" Target="../media/image1189.svg" Type="http://schemas.openxmlformats.org/officeDocument/2006/relationships/image"/><Relationship Id="rId270" Target="../media/image1432.png" Type="http://schemas.openxmlformats.org/officeDocument/2006/relationships/image"/><Relationship Id="rId271" Target="../media/image1433.svg" Type="http://schemas.openxmlformats.org/officeDocument/2006/relationships/image"/><Relationship Id="rId272" Target="../media/image1434.png" Type="http://schemas.openxmlformats.org/officeDocument/2006/relationships/image"/><Relationship Id="rId273" Target="../media/image1435.svg" Type="http://schemas.openxmlformats.org/officeDocument/2006/relationships/image"/><Relationship Id="rId274" Target="../media/image1436.png" Type="http://schemas.openxmlformats.org/officeDocument/2006/relationships/image"/><Relationship Id="rId275" Target="../media/image1437.svg" Type="http://schemas.openxmlformats.org/officeDocument/2006/relationships/image"/><Relationship Id="rId276" Target="../media/image1438.png" Type="http://schemas.openxmlformats.org/officeDocument/2006/relationships/image"/><Relationship Id="rId277" Target="../media/image1439.svg" Type="http://schemas.openxmlformats.org/officeDocument/2006/relationships/image"/><Relationship Id="rId278" Target="../media/image1440.png" Type="http://schemas.openxmlformats.org/officeDocument/2006/relationships/image"/><Relationship Id="rId279" Target="../media/image1441.svg" Type="http://schemas.openxmlformats.org/officeDocument/2006/relationships/image"/><Relationship Id="rId28" Target="../media/image1190.png" Type="http://schemas.openxmlformats.org/officeDocument/2006/relationships/image"/><Relationship Id="rId280" Target="../media/image1442.png" Type="http://schemas.openxmlformats.org/officeDocument/2006/relationships/image"/><Relationship Id="rId281" Target="../media/image1443.svg" Type="http://schemas.openxmlformats.org/officeDocument/2006/relationships/image"/><Relationship Id="rId282" Target="../media/image1444.png" Type="http://schemas.openxmlformats.org/officeDocument/2006/relationships/image"/><Relationship Id="rId283" Target="../media/image1445.svg" Type="http://schemas.openxmlformats.org/officeDocument/2006/relationships/image"/><Relationship Id="rId284" Target="../media/image1446.png" Type="http://schemas.openxmlformats.org/officeDocument/2006/relationships/image"/><Relationship Id="rId285" Target="../media/image1447.svg" Type="http://schemas.openxmlformats.org/officeDocument/2006/relationships/image"/><Relationship Id="rId286" Target="../media/image1448.png" Type="http://schemas.openxmlformats.org/officeDocument/2006/relationships/image"/><Relationship Id="rId287" Target="../media/image1449.svg" Type="http://schemas.openxmlformats.org/officeDocument/2006/relationships/image"/><Relationship Id="rId288" Target="../media/image1450.png" Type="http://schemas.openxmlformats.org/officeDocument/2006/relationships/image"/><Relationship Id="rId289" Target="../media/image1451.svg" Type="http://schemas.openxmlformats.org/officeDocument/2006/relationships/image"/><Relationship Id="rId29" Target="../media/image1191.svg" Type="http://schemas.openxmlformats.org/officeDocument/2006/relationships/image"/><Relationship Id="rId290" Target="../media/image1452.png" Type="http://schemas.openxmlformats.org/officeDocument/2006/relationships/image"/><Relationship Id="rId291" Target="../media/image1453.svg" Type="http://schemas.openxmlformats.org/officeDocument/2006/relationships/image"/><Relationship Id="rId292" Target="../media/image1454.png" Type="http://schemas.openxmlformats.org/officeDocument/2006/relationships/image"/><Relationship Id="rId293" Target="../media/image1455.svg" Type="http://schemas.openxmlformats.org/officeDocument/2006/relationships/image"/><Relationship Id="rId294" Target="../media/image1456.png" Type="http://schemas.openxmlformats.org/officeDocument/2006/relationships/image"/><Relationship Id="rId295" Target="../media/image1457.svg" Type="http://schemas.openxmlformats.org/officeDocument/2006/relationships/image"/><Relationship Id="rId296" Target="../media/image1458.png" Type="http://schemas.openxmlformats.org/officeDocument/2006/relationships/image"/><Relationship Id="rId297" Target="../media/image1459.svg" Type="http://schemas.openxmlformats.org/officeDocument/2006/relationships/image"/><Relationship Id="rId298" Target="../media/image1460.png" Type="http://schemas.openxmlformats.org/officeDocument/2006/relationships/image"/><Relationship Id="rId299" Target="../media/image1461.svg" Type="http://schemas.openxmlformats.org/officeDocument/2006/relationships/image"/><Relationship Id="rId3" Target="../media/image1165.png" Type="http://schemas.openxmlformats.org/officeDocument/2006/relationships/image"/><Relationship Id="rId30" Target="../media/image1192.png" Type="http://schemas.openxmlformats.org/officeDocument/2006/relationships/image"/><Relationship Id="rId300" Target="../media/image1462.png" Type="http://schemas.openxmlformats.org/officeDocument/2006/relationships/image"/><Relationship Id="rId301" Target="../media/image1463.svg" Type="http://schemas.openxmlformats.org/officeDocument/2006/relationships/image"/><Relationship Id="rId302" Target="../media/image1464.png" Type="http://schemas.openxmlformats.org/officeDocument/2006/relationships/image"/><Relationship Id="rId303" Target="../media/image1465.svg" Type="http://schemas.openxmlformats.org/officeDocument/2006/relationships/image"/><Relationship Id="rId304" Target="../media/image1466.png" Type="http://schemas.openxmlformats.org/officeDocument/2006/relationships/image"/><Relationship Id="rId305" Target="../media/image1467.svg" Type="http://schemas.openxmlformats.org/officeDocument/2006/relationships/image"/><Relationship Id="rId306" Target="../media/image1468.png" Type="http://schemas.openxmlformats.org/officeDocument/2006/relationships/image"/><Relationship Id="rId307" Target="../media/image1469.svg" Type="http://schemas.openxmlformats.org/officeDocument/2006/relationships/image"/><Relationship Id="rId308" Target="../media/image1470.png" Type="http://schemas.openxmlformats.org/officeDocument/2006/relationships/image"/><Relationship Id="rId309" Target="../media/image1471.svg" Type="http://schemas.openxmlformats.org/officeDocument/2006/relationships/image"/><Relationship Id="rId31" Target="../media/image1193.svg" Type="http://schemas.openxmlformats.org/officeDocument/2006/relationships/image"/><Relationship Id="rId310" Target="../media/image1472.png" Type="http://schemas.openxmlformats.org/officeDocument/2006/relationships/image"/><Relationship Id="rId311" Target="../media/image1473.svg" Type="http://schemas.openxmlformats.org/officeDocument/2006/relationships/image"/><Relationship Id="rId312" Target="../media/image1474.png" Type="http://schemas.openxmlformats.org/officeDocument/2006/relationships/image"/><Relationship Id="rId313" Target="../media/image1475.svg" Type="http://schemas.openxmlformats.org/officeDocument/2006/relationships/image"/><Relationship Id="rId314" Target="../media/image1476.png" Type="http://schemas.openxmlformats.org/officeDocument/2006/relationships/image"/><Relationship Id="rId315" Target="../media/image1477.svg" Type="http://schemas.openxmlformats.org/officeDocument/2006/relationships/image"/><Relationship Id="rId316" Target="../media/image1478.png" Type="http://schemas.openxmlformats.org/officeDocument/2006/relationships/image"/><Relationship Id="rId317" Target="../media/image1479.svg" Type="http://schemas.openxmlformats.org/officeDocument/2006/relationships/image"/><Relationship Id="rId318" Target="../media/image1480.png" Type="http://schemas.openxmlformats.org/officeDocument/2006/relationships/image"/><Relationship Id="rId319" Target="../media/image1481.svg" Type="http://schemas.openxmlformats.org/officeDocument/2006/relationships/image"/><Relationship Id="rId32" Target="../media/image1194.png" Type="http://schemas.openxmlformats.org/officeDocument/2006/relationships/image"/><Relationship Id="rId320" Target="../media/image1482.png" Type="http://schemas.openxmlformats.org/officeDocument/2006/relationships/image"/><Relationship Id="rId321" Target="../media/image1483.svg" Type="http://schemas.openxmlformats.org/officeDocument/2006/relationships/image"/><Relationship Id="rId322" Target="../media/image1484.png" Type="http://schemas.openxmlformats.org/officeDocument/2006/relationships/image"/><Relationship Id="rId323" Target="../media/image1485.svg" Type="http://schemas.openxmlformats.org/officeDocument/2006/relationships/image"/><Relationship Id="rId324" Target="../media/image1486.png" Type="http://schemas.openxmlformats.org/officeDocument/2006/relationships/image"/><Relationship Id="rId325" Target="../media/image1487.svg" Type="http://schemas.openxmlformats.org/officeDocument/2006/relationships/image"/><Relationship Id="rId326" Target="../media/image1488.png" Type="http://schemas.openxmlformats.org/officeDocument/2006/relationships/image"/><Relationship Id="rId327" Target="../media/image1489.svg" Type="http://schemas.openxmlformats.org/officeDocument/2006/relationships/image"/><Relationship Id="rId328" Target="../media/image1490.png" Type="http://schemas.openxmlformats.org/officeDocument/2006/relationships/image"/><Relationship Id="rId329" Target="../media/image1491.svg" Type="http://schemas.openxmlformats.org/officeDocument/2006/relationships/image"/><Relationship Id="rId33" Target="../media/image1195.svg" Type="http://schemas.openxmlformats.org/officeDocument/2006/relationships/image"/><Relationship Id="rId330" Target="../media/image1492.png" Type="http://schemas.openxmlformats.org/officeDocument/2006/relationships/image"/><Relationship Id="rId331" Target="../media/image1493.svg" Type="http://schemas.openxmlformats.org/officeDocument/2006/relationships/image"/><Relationship Id="rId332" Target="../media/image1494.png" Type="http://schemas.openxmlformats.org/officeDocument/2006/relationships/image"/><Relationship Id="rId333" Target="../media/image1495.svg" Type="http://schemas.openxmlformats.org/officeDocument/2006/relationships/image"/><Relationship Id="rId334" Target="../media/image1496.png" Type="http://schemas.openxmlformats.org/officeDocument/2006/relationships/image"/><Relationship Id="rId335" Target="../media/image1497.svg" Type="http://schemas.openxmlformats.org/officeDocument/2006/relationships/image"/><Relationship Id="rId336" Target="../media/image1498.png" Type="http://schemas.openxmlformats.org/officeDocument/2006/relationships/image"/><Relationship Id="rId337" Target="../media/image1499.svg" Type="http://schemas.openxmlformats.org/officeDocument/2006/relationships/image"/><Relationship Id="rId338" Target="../media/image1500.png" Type="http://schemas.openxmlformats.org/officeDocument/2006/relationships/image"/><Relationship Id="rId339" Target="../media/image1501.svg" Type="http://schemas.openxmlformats.org/officeDocument/2006/relationships/image"/><Relationship Id="rId34" Target="../media/image1196.png" Type="http://schemas.openxmlformats.org/officeDocument/2006/relationships/image"/><Relationship Id="rId340" Target="../media/image1502.png" Type="http://schemas.openxmlformats.org/officeDocument/2006/relationships/image"/><Relationship Id="rId341" Target="../media/image1503.svg" Type="http://schemas.openxmlformats.org/officeDocument/2006/relationships/image"/><Relationship Id="rId342" Target="../media/image1504.png" Type="http://schemas.openxmlformats.org/officeDocument/2006/relationships/image"/><Relationship Id="rId343" Target="../media/image1505.svg" Type="http://schemas.openxmlformats.org/officeDocument/2006/relationships/image"/><Relationship Id="rId344" Target="../media/image1506.png" Type="http://schemas.openxmlformats.org/officeDocument/2006/relationships/image"/><Relationship Id="rId345" Target="../media/image1507.svg" Type="http://schemas.openxmlformats.org/officeDocument/2006/relationships/image"/><Relationship Id="rId346" Target="../media/image1508.png" Type="http://schemas.openxmlformats.org/officeDocument/2006/relationships/image"/><Relationship Id="rId347" Target="../media/image1509.svg" Type="http://schemas.openxmlformats.org/officeDocument/2006/relationships/image"/><Relationship Id="rId348" Target="../media/image1510.png" Type="http://schemas.openxmlformats.org/officeDocument/2006/relationships/image"/><Relationship Id="rId349" Target="../media/image1511.svg" Type="http://schemas.openxmlformats.org/officeDocument/2006/relationships/image"/><Relationship Id="rId35" Target="../media/image1197.svg" Type="http://schemas.openxmlformats.org/officeDocument/2006/relationships/image"/><Relationship Id="rId350" Target="../media/image1512.png" Type="http://schemas.openxmlformats.org/officeDocument/2006/relationships/image"/><Relationship Id="rId351" Target="../media/image1513.svg" Type="http://schemas.openxmlformats.org/officeDocument/2006/relationships/image"/><Relationship Id="rId352" Target="../media/image1514.png" Type="http://schemas.openxmlformats.org/officeDocument/2006/relationships/image"/><Relationship Id="rId353" Target="../media/image1515.svg" Type="http://schemas.openxmlformats.org/officeDocument/2006/relationships/image"/><Relationship Id="rId354" Target="../media/image1516.png" Type="http://schemas.openxmlformats.org/officeDocument/2006/relationships/image"/><Relationship Id="rId355" Target="../media/image1517.svg" Type="http://schemas.openxmlformats.org/officeDocument/2006/relationships/image"/><Relationship Id="rId356" Target="../media/image1518.png" Type="http://schemas.openxmlformats.org/officeDocument/2006/relationships/image"/><Relationship Id="rId357" Target="../media/image1519.svg" Type="http://schemas.openxmlformats.org/officeDocument/2006/relationships/image"/><Relationship Id="rId358" Target="../media/image1520.png" Type="http://schemas.openxmlformats.org/officeDocument/2006/relationships/image"/><Relationship Id="rId359" Target="../media/image1521.svg" Type="http://schemas.openxmlformats.org/officeDocument/2006/relationships/image"/><Relationship Id="rId36" Target="../media/image1198.png" Type="http://schemas.openxmlformats.org/officeDocument/2006/relationships/image"/><Relationship Id="rId360" Target="../media/image1522.svg" Type="http://schemas.openxmlformats.org/officeDocument/2006/relationships/image"/><Relationship Id="rId361" Target="../media/image1523.png" Type="http://schemas.openxmlformats.org/officeDocument/2006/relationships/image"/><Relationship Id="rId362" Target="../media/image1524.svg" Type="http://schemas.openxmlformats.org/officeDocument/2006/relationships/image"/><Relationship Id="rId363" Target="../media/image1525.png" Type="http://schemas.openxmlformats.org/officeDocument/2006/relationships/image"/><Relationship Id="rId364" Target="../media/image1526.svg" Type="http://schemas.openxmlformats.org/officeDocument/2006/relationships/image"/><Relationship Id="rId37" Target="../media/image1199.svg" Type="http://schemas.openxmlformats.org/officeDocument/2006/relationships/image"/><Relationship Id="rId38" Target="../media/image1200.png" Type="http://schemas.openxmlformats.org/officeDocument/2006/relationships/image"/><Relationship Id="rId39" Target="../media/image1201.svg" Type="http://schemas.openxmlformats.org/officeDocument/2006/relationships/image"/><Relationship Id="rId4" Target="../media/image1166.svg" Type="http://schemas.openxmlformats.org/officeDocument/2006/relationships/image"/><Relationship Id="rId40" Target="../media/image1202.png" Type="http://schemas.openxmlformats.org/officeDocument/2006/relationships/image"/><Relationship Id="rId41" Target="../media/image1203.svg" Type="http://schemas.openxmlformats.org/officeDocument/2006/relationships/image"/><Relationship Id="rId42" Target="../media/image1204.png" Type="http://schemas.openxmlformats.org/officeDocument/2006/relationships/image"/><Relationship Id="rId43" Target="../media/image1205.svg" Type="http://schemas.openxmlformats.org/officeDocument/2006/relationships/image"/><Relationship Id="rId44" Target="../media/image1206.png" Type="http://schemas.openxmlformats.org/officeDocument/2006/relationships/image"/><Relationship Id="rId45" Target="../media/image1207.svg" Type="http://schemas.openxmlformats.org/officeDocument/2006/relationships/image"/><Relationship Id="rId46" Target="../media/image1208.png" Type="http://schemas.openxmlformats.org/officeDocument/2006/relationships/image"/><Relationship Id="rId47" Target="../media/image1209.svg" Type="http://schemas.openxmlformats.org/officeDocument/2006/relationships/image"/><Relationship Id="rId48" Target="../media/image1210.png" Type="http://schemas.openxmlformats.org/officeDocument/2006/relationships/image"/><Relationship Id="rId49" Target="../media/image1211.svg" Type="http://schemas.openxmlformats.org/officeDocument/2006/relationships/image"/><Relationship Id="rId5" Target="../media/image1167.png" Type="http://schemas.openxmlformats.org/officeDocument/2006/relationships/image"/><Relationship Id="rId50" Target="../media/image1212.png" Type="http://schemas.openxmlformats.org/officeDocument/2006/relationships/image"/><Relationship Id="rId51" Target="../media/image1213.svg" Type="http://schemas.openxmlformats.org/officeDocument/2006/relationships/image"/><Relationship Id="rId52" Target="../media/image1214.png" Type="http://schemas.openxmlformats.org/officeDocument/2006/relationships/image"/><Relationship Id="rId53" Target="../media/image1215.svg" Type="http://schemas.openxmlformats.org/officeDocument/2006/relationships/image"/><Relationship Id="rId54" Target="../media/image1216.png" Type="http://schemas.openxmlformats.org/officeDocument/2006/relationships/image"/><Relationship Id="rId55" Target="../media/image1217.svg" Type="http://schemas.openxmlformats.org/officeDocument/2006/relationships/image"/><Relationship Id="rId56" Target="../media/image1218.png" Type="http://schemas.openxmlformats.org/officeDocument/2006/relationships/image"/><Relationship Id="rId57" Target="../media/image1219.svg" Type="http://schemas.openxmlformats.org/officeDocument/2006/relationships/image"/><Relationship Id="rId58" Target="../media/image1220.png" Type="http://schemas.openxmlformats.org/officeDocument/2006/relationships/image"/><Relationship Id="rId59" Target="../media/image1221.svg" Type="http://schemas.openxmlformats.org/officeDocument/2006/relationships/image"/><Relationship Id="rId6" Target="../media/image1168.svg" Type="http://schemas.openxmlformats.org/officeDocument/2006/relationships/image"/><Relationship Id="rId60" Target="../media/image1222.png" Type="http://schemas.openxmlformats.org/officeDocument/2006/relationships/image"/><Relationship Id="rId61" Target="../media/image1223.svg" Type="http://schemas.openxmlformats.org/officeDocument/2006/relationships/image"/><Relationship Id="rId62" Target="../media/image1224.png" Type="http://schemas.openxmlformats.org/officeDocument/2006/relationships/image"/><Relationship Id="rId63" Target="../media/image1225.svg" Type="http://schemas.openxmlformats.org/officeDocument/2006/relationships/image"/><Relationship Id="rId64" Target="../media/image1226.png" Type="http://schemas.openxmlformats.org/officeDocument/2006/relationships/image"/><Relationship Id="rId65" Target="../media/image1227.svg" Type="http://schemas.openxmlformats.org/officeDocument/2006/relationships/image"/><Relationship Id="rId66" Target="../media/image1228.png" Type="http://schemas.openxmlformats.org/officeDocument/2006/relationships/image"/><Relationship Id="rId67" Target="../media/image1229.svg" Type="http://schemas.openxmlformats.org/officeDocument/2006/relationships/image"/><Relationship Id="rId68" Target="../media/image1230.png" Type="http://schemas.openxmlformats.org/officeDocument/2006/relationships/image"/><Relationship Id="rId69" Target="../media/image1231.svg" Type="http://schemas.openxmlformats.org/officeDocument/2006/relationships/image"/><Relationship Id="rId7" Target="../media/image1169.png" Type="http://schemas.openxmlformats.org/officeDocument/2006/relationships/image"/><Relationship Id="rId70" Target="../media/image1232.png" Type="http://schemas.openxmlformats.org/officeDocument/2006/relationships/image"/><Relationship Id="rId71" Target="../media/image1233.svg" Type="http://schemas.openxmlformats.org/officeDocument/2006/relationships/image"/><Relationship Id="rId72" Target="../media/image1234.png" Type="http://schemas.openxmlformats.org/officeDocument/2006/relationships/image"/><Relationship Id="rId73" Target="../media/image1235.svg" Type="http://schemas.openxmlformats.org/officeDocument/2006/relationships/image"/><Relationship Id="rId74" Target="../media/image1236.png" Type="http://schemas.openxmlformats.org/officeDocument/2006/relationships/image"/><Relationship Id="rId75" Target="../media/image1237.svg" Type="http://schemas.openxmlformats.org/officeDocument/2006/relationships/image"/><Relationship Id="rId76" Target="../media/image1238.png" Type="http://schemas.openxmlformats.org/officeDocument/2006/relationships/image"/><Relationship Id="rId77" Target="../media/image1239.svg" Type="http://schemas.openxmlformats.org/officeDocument/2006/relationships/image"/><Relationship Id="rId78" Target="../media/image1240.png" Type="http://schemas.openxmlformats.org/officeDocument/2006/relationships/image"/><Relationship Id="rId79" Target="../media/image1241.svg" Type="http://schemas.openxmlformats.org/officeDocument/2006/relationships/image"/><Relationship Id="rId8" Target="../media/image1170.svg" Type="http://schemas.openxmlformats.org/officeDocument/2006/relationships/image"/><Relationship Id="rId80" Target="../media/image1242.png" Type="http://schemas.openxmlformats.org/officeDocument/2006/relationships/image"/><Relationship Id="rId81" Target="../media/image1243.svg" Type="http://schemas.openxmlformats.org/officeDocument/2006/relationships/image"/><Relationship Id="rId82" Target="../media/image1244.png" Type="http://schemas.openxmlformats.org/officeDocument/2006/relationships/image"/><Relationship Id="rId83" Target="../media/image1245.svg" Type="http://schemas.openxmlformats.org/officeDocument/2006/relationships/image"/><Relationship Id="rId84" Target="../media/image1246.png" Type="http://schemas.openxmlformats.org/officeDocument/2006/relationships/image"/><Relationship Id="rId85" Target="../media/image1247.svg" Type="http://schemas.openxmlformats.org/officeDocument/2006/relationships/image"/><Relationship Id="rId86" Target="../media/image1248.png" Type="http://schemas.openxmlformats.org/officeDocument/2006/relationships/image"/><Relationship Id="rId87" Target="../media/image1249.svg" Type="http://schemas.openxmlformats.org/officeDocument/2006/relationships/image"/><Relationship Id="rId88" Target="../media/image1250.png" Type="http://schemas.openxmlformats.org/officeDocument/2006/relationships/image"/><Relationship Id="rId89" Target="../media/image1251.svg" Type="http://schemas.openxmlformats.org/officeDocument/2006/relationships/image"/><Relationship Id="rId9" Target="../media/image1171.png" Type="http://schemas.openxmlformats.org/officeDocument/2006/relationships/image"/><Relationship Id="rId90" Target="../media/image1252.png" Type="http://schemas.openxmlformats.org/officeDocument/2006/relationships/image"/><Relationship Id="rId91" Target="../media/image1253.svg" Type="http://schemas.openxmlformats.org/officeDocument/2006/relationships/image"/><Relationship Id="rId92" Target="../media/image1254.png" Type="http://schemas.openxmlformats.org/officeDocument/2006/relationships/image"/><Relationship Id="rId93" Target="../media/image1255.svg" Type="http://schemas.openxmlformats.org/officeDocument/2006/relationships/image"/><Relationship Id="rId94" Target="../media/image1256.png" Type="http://schemas.openxmlformats.org/officeDocument/2006/relationships/image"/><Relationship Id="rId95" Target="../media/image1257.svg" Type="http://schemas.openxmlformats.org/officeDocument/2006/relationships/image"/><Relationship Id="rId96" Target="../media/image1258.png" Type="http://schemas.openxmlformats.org/officeDocument/2006/relationships/image"/><Relationship Id="rId97" Target="../media/image1259.svg" Type="http://schemas.openxmlformats.org/officeDocument/2006/relationships/image"/><Relationship Id="rId98" Target="../media/image1260.png" Type="http://schemas.openxmlformats.org/officeDocument/2006/relationships/image"/><Relationship Id="rId99" Target="../media/image126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76200000" cy="4286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92147" y="2332958"/>
            <a:ext cx="5449824" cy="6925056"/>
            <a:chOff x="9970452" y="9724104"/>
            <a:chExt cx="22701250" cy="288475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6"/>
              <a:ext cx="22701250" cy="28847504"/>
            </a:xfrm>
            <a:custGeom>
              <a:avLst/>
              <a:gdLst/>
              <a:ahLst/>
              <a:cxnLst/>
              <a:rect r="r" b="b" t="t" l="l"/>
              <a:pathLst>
                <a:path h="28847504" w="22701250">
                  <a:moveTo>
                    <a:pt x="22701250" y="16571978"/>
                  </a:moveTo>
                  <a:lnTo>
                    <a:pt x="22701250" y="22095971"/>
                  </a:lnTo>
                  <a:lnTo>
                    <a:pt x="22087700" y="22095971"/>
                  </a:lnTo>
                  <a:lnTo>
                    <a:pt x="22087700" y="22709735"/>
                  </a:lnTo>
                  <a:lnTo>
                    <a:pt x="20860615" y="22709735"/>
                  </a:lnTo>
                  <a:lnTo>
                    <a:pt x="20860615" y="23323515"/>
                  </a:lnTo>
                  <a:lnTo>
                    <a:pt x="20247065" y="23323515"/>
                  </a:lnTo>
                  <a:lnTo>
                    <a:pt x="20247065" y="23937291"/>
                  </a:lnTo>
                  <a:lnTo>
                    <a:pt x="19019965" y="23937291"/>
                  </a:lnTo>
                  <a:lnTo>
                    <a:pt x="19019965" y="24551071"/>
                  </a:lnTo>
                  <a:lnTo>
                    <a:pt x="18406414" y="24551071"/>
                  </a:lnTo>
                  <a:lnTo>
                    <a:pt x="18406414" y="25164850"/>
                  </a:lnTo>
                  <a:lnTo>
                    <a:pt x="17179317" y="25164850"/>
                  </a:lnTo>
                  <a:lnTo>
                    <a:pt x="17179317" y="25778627"/>
                  </a:lnTo>
                  <a:lnTo>
                    <a:pt x="16565780" y="25778627"/>
                  </a:lnTo>
                  <a:lnTo>
                    <a:pt x="16565780" y="26392405"/>
                  </a:lnTo>
                  <a:lnTo>
                    <a:pt x="15338679" y="26392405"/>
                  </a:lnTo>
                  <a:lnTo>
                    <a:pt x="15338679" y="27006181"/>
                  </a:lnTo>
                  <a:lnTo>
                    <a:pt x="14725131" y="27006181"/>
                  </a:lnTo>
                  <a:lnTo>
                    <a:pt x="14725131" y="27619961"/>
                  </a:lnTo>
                  <a:lnTo>
                    <a:pt x="13498043" y="27619961"/>
                  </a:lnTo>
                  <a:lnTo>
                    <a:pt x="13498043" y="28233725"/>
                  </a:lnTo>
                  <a:lnTo>
                    <a:pt x="12884493" y="28233725"/>
                  </a:lnTo>
                  <a:lnTo>
                    <a:pt x="12884493" y="28847504"/>
                  </a:lnTo>
                  <a:lnTo>
                    <a:pt x="10430307" y="28847504"/>
                  </a:lnTo>
                  <a:lnTo>
                    <a:pt x="10430307" y="28233725"/>
                  </a:lnTo>
                  <a:lnTo>
                    <a:pt x="9816757" y="28233725"/>
                  </a:lnTo>
                  <a:lnTo>
                    <a:pt x="9816757" y="27619961"/>
                  </a:lnTo>
                  <a:lnTo>
                    <a:pt x="8589658" y="27619961"/>
                  </a:lnTo>
                  <a:lnTo>
                    <a:pt x="8589658" y="27006181"/>
                  </a:lnTo>
                  <a:lnTo>
                    <a:pt x="7976108" y="27006181"/>
                  </a:lnTo>
                  <a:lnTo>
                    <a:pt x="7976108" y="26392405"/>
                  </a:lnTo>
                  <a:lnTo>
                    <a:pt x="6749021" y="26392405"/>
                  </a:lnTo>
                  <a:lnTo>
                    <a:pt x="6749021" y="25778627"/>
                  </a:lnTo>
                  <a:lnTo>
                    <a:pt x="6135471" y="25778627"/>
                  </a:lnTo>
                  <a:lnTo>
                    <a:pt x="6135471" y="25164850"/>
                  </a:lnTo>
                  <a:lnTo>
                    <a:pt x="4908372" y="25164850"/>
                  </a:lnTo>
                  <a:lnTo>
                    <a:pt x="4908372" y="24551071"/>
                  </a:lnTo>
                  <a:lnTo>
                    <a:pt x="4294835" y="24551071"/>
                  </a:lnTo>
                  <a:lnTo>
                    <a:pt x="4294835" y="23937291"/>
                  </a:lnTo>
                  <a:lnTo>
                    <a:pt x="3067736" y="23937291"/>
                  </a:lnTo>
                  <a:lnTo>
                    <a:pt x="3067736" y="23323515"/>
                  </a:lnTo>
                  <a:lnTo>
                    <a:pt x="2454186" y="23323515"/>
                  </a:lnTo>
                  <a:lnTo>
                    <a:pt x="2454186" y="22709735"/>
                  </a:lnTo>
                  <a:lnTo>
                    <a:pt x="1227100" y="22709735"/>
                  </a:lnTo>
                  <a:lnTo>
                    <a:pt x="1227100" y="22095971"/>
                  </a:lnTo>
                  <a:lnTo>
                    <a:pt x="613550" y="22095971"/>
                  </a:lnTo>
                  <a:lnTo>
                    <a:pt x="613550" y="21482191"/>
                  </a:lnTo>
                  <a:lnTo>
                    <a:pt x="0" y="21482191"/>
                  </a:lnTo>
                  <a:lnTo>
                    <a:pt x="0" y="17185742"/>
                  </a:lnTo>
                  <a:lnTo>
                    <a:pt x="613550" y="17185742"/>
                  </a:lnTo>
                  <a:lnTo>
                    <a:pt x="613550" y="16571978"/>
                  </a:lnTo>
                  <a:lnTo>
                    <a:pt x="1227100" y="16571978"/>
                  </a:lnTo>
                  <a:lnTo>
                    <a:pt x="1227100" y="15958198"/>
                  </a:lnTo>
                  <a:lnTo>
                    <a:pt x="1840649" y="15958198"/>
                  </a:lnTo>
                  <a:lnTo>
                    <a:pt x="1840649" y="15344420"/>
                  </a:lnTo>
                  <a:lnTo>
                    <a:pt x="2454186" y="15344420"/>
                  </a:lnTo>
                  <a:lnTo>
                    <a:pt x="2454186" y="14730642"/>
                  </a:lnTo>
                  <a:lnTo>
                    <a:pt x="1840649" y="14730642"/>
                  </a:lnTo>
                  <a:lnTo>
                    <a:pt x="1840649" y="14116863"/>
                  </a:lnTo>
                  <a:lnTo>
                    <a:pt x="1227100" y="14116863"/>
                  </a:lnTo>
                  <a:lnTo>
                    <a:pt x="1227100" y="3068879"/>
                  </a:lnTo>
                  <a:lnTo>
                    <a:pt x="1840649" y="3068879"/>
                  </a:lnTo>
                  <a:lnTo>
                    <a:pt x="1840649" y="2455101"/>
                  </a:lnTo>
                  <a:lnTo>
                    <a:pt x="2454186" y="2455101"/>
                  </a:lnTo>
                  <a:lnTo>
                    <a:pt x="2454186" y="1841322"/>
                  </a:lnTo>
                  <a:lnTo>
                    <a:pt x="3681285" y="1841322"/>
                  </a:lnTo>
                  <a:lnTo>
                    <a:pt x="3681285" y="1227545"/>
                  </a:lnTo>
                  <a:lnTo>
                    <a:pt x="4294835" y="1227545"/>
                  </a:lnTo>
                  <a:lnTo>
                    <a:pt x="4294835" y="613766"/>
                  </a:lnTo>
                  <a:lnTo>
                    <a:pt x="5521921" y="613766"/>
                  </a:lnTo>
                  <a:lnTo>
                    <a:pt x="5521921" y="0"/>
                  </a:lnTo>
                  <a:lnTo>
                    <a:pt x="6749021" y="0"/>
                  </a:lnTo>
                  <a:lnTo>
                    <a:pt x="6749021" y="613766"/>
                  </a:lnTo>
                  <a:lnTo>
                    <a:pt x="7976108" y="613766"/>
                  </a:lnTo>
                  <a:lnTo>
                    <a:pt x="7976108" y="1227545"/>
                  </a:lnTo>
                  <a:lnTo>
                    <a:pt x="9203208" y="1227545"/>
                  </a:lnTo>
                  <a:lnTo>
                    <a:pt x="9203208" y="1841322"/>
                  </a:lnTo>
                  <a:lnTo>
                    <a:pt x="10430307" y="1841322"/>
                  </a:lnTo>
                  <a:lnTo>
                    <a:pt x="10430307" y="1227545"/>
                  </a:lnTo>
                  <a:lnTo>
                    <a:pt x="11657393" y="1227545"/>
                  </a:lnTo>
                  <a:lnTo>
                    <a:pt x="11657393" y="613766"/>
                  </a:lnTo>
                  <a:lnTo>
                    <a:pt x="12884493" y="613766"/>
                  </a:lnTo>
                  <a:lnTo>
                    <a:pt x="12884493" y="1227545"/>
                  </a:lnTo>
                  <a:lnTo>
                    <a:pt x="13498043" y="1227545"/>
                  </a:lnTo>
                  <a:lnTo>
                    <a:pt x="13498043" y="1841322"/>
                  </a:lnTo>
                  <a:lnTo>
                    <a:pt x="14725131" y="1841322"/>
                  </a:lnTo>
                  <a:lnTo>
                    <a:pt x="14725131" y="2455101"/>
                  </a:lnTo>
                  <a:lnTo>
                    <a:pt x="15338679" y="2455101"/>
                  </a:lnTo>
                  <a:lnTo>
                    <a:pt x="15338679" y="3068879"/>
                  </a:lnTo>
                  <a:lnTo>
                    <a:pt x="16565780" y="3068879"/>
                  </a:lnTo>
                  <a:lnTo>
                    <a:pt x="16565780" y="3682658"/>
                  </a:lnTo>
                  <a:lnTo>
                    <a:pt x="17179317" y="3682658"/>
                  </a:lnTo>
                  <a:lnTo>
                    <a:pt x="17179317" y="4296436"/>
                  </a:lnTo>
                  <a:lnTo>
                    <a:pt x="17792864" y="4296436"/>
                  </a:lnTo>
                  <a:lnTo>
                    <a:pt x="17792864" y="4910201"/>
                  </a:lnTo>
                  <a:lnTo>
                    <a:pt x="18406414" y="4910201"/>
                  </a:lnTo>
                  <a:lnTo>
                    <a:pt x="18406414" y="5523992"/>
                  </a:lnTo>
                  <a:lnTo>
                    <a:pt x="19019965" y="5523992"/>
                  </a:lnTo>
                  <a:lnTo>
                    <a:pt x="19019965" y="12275528"/>
                  </a:lnTo>
                  <a:lnTo>
                    <a:pt x="18406414" y="12275528"/>
                  </a:lnTo>
                  <a:lnTo>
                    <a:pt x="18406414" y="12889306"/>
                  </a:lnTo>
                  <a:lnTo>
                    <a:pt x="17792864" y="12889306"/>
                  </a:lnTo>
                  <a:lnTo>
                    <a:pt x="17792864" y="13503085"/>
                  </a:lnTo>
                  <a:lnTo>
                    <a:pt x="18406414" y="13503085"/>
                  </a:lnTo>
                  <a:lnTo>
                    <a:pt x="18406414" y="14116863"/>
                  </a:lnTo>
                  <a:lnTo>
                    <a:pt x="19019965" y="14116863"/>
                  </a:lnTo>
                  <a:lnTo>
                    <a:pt x="19019965" y="14730642"/>
                  </a:lnTo>
                  <a:lnTo>
                    <a:pt x="20247065" y="14730642"/>
                  </a:lnTo>
                  <a:lnTo>
                    <a:pt x="20247065" y="15344420"/>
                  </a:lnTo>
                  <a:lnTo>
                    <a:pt x="20860615" y="15344420"/>
                  </a:lnTo>
                  <a:lnTo>
                    <a:pt x="20860615" y="15958198"/>
                  </a:lnTo>
                  <a:lnTo>
                    <a:pt x="22087700" y="15958198"/>
                  </a:lnTo>
                  <a:lnTo>
                    <a:pt x="22087700" y="16571978"/>
                  </a:lnTo>
                  <a:lnTo>
                    <a:pt x="22701250" y="16571978"/>
                  </a:lnTo>
                  <a:close/>
                </a:path>
              </a:pathLst>
            </a:custGeom>
            <a:solidFill>
              <a:srgbClr val="7E7E7E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39975" y="2332453"/>
            <a:ext cx="5154168" cy="6778752"/>
          </a:xfrm>
          <a:custGeom>
            <a:avLst/>
            <a:gdLst/>
            <a:ahLst/>
            <a:cxnLst/>
            <a:rect r="r" b="b" t="t" l="l"/>
            <a:pathLst>
              <a:path h="6778752" w="5154168">
                <a:moveTo>
                  <a:pt x="0" y="0"/>
                </a:moveTo>
                <a:lnTo>
                  <a:pt x="5154168" y="0"/>
                </a:lnTo>
                <a:lnTo>
                  <a:pt x="5154168" y="6778752"/>
                </a:lnTo>
                <a:lnTo>
                  <a:pt x="0" y="6778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91670" y="2480786"/>
            <a:ext cx="5303520" cy="6629400"/>
          </a:xfrm>
          <a:custGeom>
            <a:avLst/>
            <a:gdLst/>
            <a:ahLst/>
            <a:cxnLst/>
            <a:rect r="r" b="b" t="t" l="l"/>
            <a:pathLst>
              <a:path h="6629400" w="5303520">
                <a:moveTo>
                  <a:pt x="0" y="0"/>
                </a:moveTo>
                <a:lnTo>
                  <a:pt x="5303520" y="0"/>
                </a:lnTo>
                <a:lnTo>
                  <a:pt x="5303520" y="6629400"/>
                </a:lnTo>
                <a:lnTo>
                  <a:pt x="0" y="6629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39546" y="3069536"/>
            <a:ext cx="2651760" cy="6041136"/>
          </a:xfrm>
          <a:custGeom>
            <a:avLst/>
            <a:gdLst/>
            <a:ahLst/>
            <a:cxnLst/>
            <a:rect r="r" b="b" t="t" l="l"/>
            <a:pathLst>
              <a:path h="6041136" w="2651760">
                <a:moveTo>
                  <a:pt x="0" y="0"/>
                </a:moveTo>
                <a:lnTo>
                  <a:pt x="2651760" y="0"/>
                </a:lnTo>
                <a:lnTo>
                  <a:pt x="2651760" y="6041136"/>
                </a:lnTo>
                <a:lnTo>
                  <a:pt x="0" y="6041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23466" y="4248188"/>
            <a:ext cx="883920" cy="1621536"/>
          </a:xfrm>
          <a:custGeom>
            <a:avLst/>
            <a:gdLst/>
            <a:ahLst/>
            <a:cxnLst/>
            <a:rect r="r" b="b" t="t" l="l"/>
            <a:pathLst>
              <a:path h="1621536" w="883920">
                <a:moveTo>
                  <a:pt x="0" y="0"/>
                </a:moveTo>
                <a:lnTo>
                  <a:pt x="883920" y="0"/>
                </a:lnTo>
                <a:lnTo>
                  <a:pt x="883920" y="1621536"/>
                </a:lnTo>
                <a:lnTo>
                  <a:pt x="0" y="16215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34002" y="2479767"/>
            <a:ext cx="5007864" cy="6778752"/>
          </a:xfrm>
          <a:custGeom>
            <a:avLst/>
            <a:gdLst/>
            <a:ahLst/>
            <a:cxnLst/>
            <a:rect r="r" b="b" t="t" l="l"/>
            <a:pathLst>
              <a:path h="6778752" w="5007864">
                <a:moveTo>
                  <a:pt x="0" y="0"/>
                </a:moveTo>
                <a:lnTo>
                  <a:pt x="5007864" y="0"/>
                </a:lnTo>
                <a:lnTo>
                  <a:pt x="5007864" y="6778752"/>
                </a:lnTo>
                <a:lnTo>
                  <a:pt x="0" y="67787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43230" y="3806828"/>
            <a:ext cx="883920" cy="441960"/>
          </a:xfrm>
          <a:custGeom>
            <a:avLst/>
            <a:gdLst/>
            <a:ahLst/>
            <a:cxnLst/>
            <a:rect r="r" b="b" t="t" l="l"/>
            <a:pathLst>
              <a:path h="441960" w="883920">
                <a:moveTo>
                  <a:pt x="0" y="0"/>
                </a:moveTo>
                <a:lnTo>
                  <a:pt x="883920" y="0"/>
                </a:lnTo>
                <a:lnTo>
                  <a:pt x="883920" y="441960"/>
                </a:lnTo>
                <a:lnTo>
                  <a:pt x="0" y="4419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49626" y="7795089"/>
            <a:ext cx="1146048" cy="1441704"/>
          </a:xfrm>
          <a:custGeom>
            <a:avLst/>
            <a:gdLst/>
            <a:ahLst/>
            <a:cxnLst/>
            <a:rect r="r" b="b" t="t" l="l"/>
            <a:pathLst>
              <a:path h="1441704" w="1146048">
                <a:moveTo>
                  <a:pt x="0" y="0"/>
                </a:moveTo>
                <a:lnTo>
                  <a:pt x="1146048" y="0"/>
                </a:lnTo>
                <a:lnTo>
                  <a:pt x="1146048" y="1441704"/>
                </a:lnTo>
                <a:lnTo>
                  <a:pt x="0" y="14417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14289" y="2165766"/>
            <a:ext cx="1124712" cy="1124712"/>
          </a:xfrm>
          <a:custGeom>
            <a:avLst/>
            <a:gdLst/>
            <a:ahLst/>
            <a:cxnLst/>
            <a:rect r="r" b="b" t="t" l="l"/>
            <a:pathLst>
              <a:path h="1124712" w="1124712">
                <a:moveTo>
                  <a:pt x="0" y="0"/>
                </a:moveTo>
                <a:lnTo>
                  <a:pt x="1124712" y="0"/>
                </a:lnTo>
                <a:lnTo>
                  <a:pt x="1124712" y="1124712"/>
                </a:lnTo>
                <a:lnTo>
                  <a:pt x="0" y="112471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00540" y="2461708"/>
            <a:ext cx="908304" cy="813816"/>
          </a:xfrm>
          <a:custGeom>
            <a:avLst/>
            <a:gdLst/>
            <a:ahLst/>
            <a:cxnLst/>
            <a:rect r="r" b="b" t="t" l="l"/>
            <a:pathLst>
              <a:path h="813816" w="908304">
                <a:moveTo>
                  <a:pt x="0" y="0"/>
                </a:moveTo>
                <a:lnTo>
                  <a:pt x="908304" y="0"/>
                </a:lnTo>
                <a:lnTo>
                  <a:pt x="908304" y="813816"/>
                </a:lnTo>
                <a:lnTo>
                  <a:pt x="0" y="81381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23695" y="2336063"/>
            <a:ext cx="1054608" cy="1011936"/>
          </a:xfrm>
          <a:custGeom>
            <a:avLst/>
            <a:gdLst/>
            <a:ahLst/>
            <a:cxnLst/>
            <a:rect r="r" b="b" t="t" l="l"/>
            <a:pathLst>
              <a:path h="1011936" w="1054608">
                <a:moveTo>
                  <a:pt x="0" y="0"/>
                </a:moveTo>
                <a:lnTo>
                  <a:pt x="1054608" y="0"/>
                </a:lnTo>
                <a:lnTo>
                  <a:pt x="1054608" y="1011936"/>
                </a:lnTo>
                <a:lnTo>
                  <a:pt x="0" y="101193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78735" y="2254025"/>
            <a:ext cx="1088136" cy="1094232"/>
          </a:xfrm>
          <a:custGeom>
            <a:avLst/>
            <a:gdLst/>
            <a:ahLst/>
            <a:cxnLst/>
            <a:rect r="r" b="b" t="t" l="l"/>
            <a:pathLst>
              <a:path h="1094232" w="1088136">
                <a:moveTo>
                  <a:pt x="0" y="0"/>
                </a:moveTo>
                <a:lnTo>
                  <a:pt x="1088136" y="0"/>
                </a:lnTo>
                <a:lnTo>
                  <a:pt x="1088136" y="1094232"/>
                </a:lnTo>
                <a:lnTo>
                  <a:pt x="0" y="109423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828421" y="2254834"/>
            <a:ext cx="1112520" cy="1097280"/>
          </a:xfrm>
          <a:custGeom>
            <a:avLst/>
            <a:gdLst/>
            <a:ahLst/>
            <a:cxnLst/>
            <a:rect r="r" b="b" t="t" l="l"/>
            <a:pathLst>
              <a:path h="1097280" w="1112520">
                <a:moveTo>
                  <a:pt x="0" y="0"/>
                </a:moveTo>
                <a:lnTo>
                  <a:pt x="1112520" y="0"/>
                </a:lnTo>
                <a:lnTo>
                  <a:pt x="111252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93548" y="2257758"/>
            <a:ext cx="1124712" cy="1097280"/>
          </a:xfrm>
          <a:custGeom>
            <a:avLst/>
            <a:gdLst/>
            <a:ahLst/>
            <a:cxnLst/>
            <a:rect r="r" b="b" t="t" l="l"/>
            <a:pathLst>
              <a:path h="1097280" w="1124712">
                <a:moveTo>
                  <a:pt x="0" y="0"/>
                </a:moveTo>
                <a:lnTo>
                  <a:pt x="1124712" y="0"/>
                </a:lnTo>
                <a:lnTo>
                  <a:pt x="1124712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65151" y="2262330"/>
            <a:ext cx="1106424" cy="1088136"/>
          </a:xfrm>
          <a:custGeom>
            <a:avLst/>
            <a:gdLst/>
            <a:ahLst/>
            <a:cxnLst/>
            <a:rect r="r" b="b" t="t" l="l"/>
            <a:pathLst>
              <a:path h="1088136" w="1106424">
                <a:moveTo>
                  <a:pt x="0" y="0"/>
                </a:moveTo>
                <a:lnTo>
                  <a:pt x="1106424" y="0"/>
                </a:lnTo>
                <a:lnTo>
                  <a:pt x="1106424" y="1088136"/>
                </a:lnTo>
                <a:lnTo>
                  <a:pt x="0" y="108813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336936" y="2248633"/>
            <a:ext cx="1121664" cy="1100328"/>
          </a:xfrm>
          <a:custGeom>
            <a:avLst/>
            <a:gdLst/>
            <a:ahLst/>
            <a:cxnLst/>
            <a:rect r="r" b="b" t="t" l="l"/>
            <a:pathLst>
              <a:path h="1100328" w="1121664">
                <a:moveTo>
                  <a:pt x="0" y="0"/>
                </a:moveTo>
                <a:lnTo>
                  <a:pt x="1121664" y="0"/>
                </a:lnTo>
                <a:lnTo>
                  <a:pt x="1121664" y="1100328"/>
                </a:lnTo>
                <a:lnTo>
                  <a:pt x="0" y="110032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05283" y="3657933"/>
            <a:ext cx="1097280" cy="1097280"/>
          </a:xfrm>
          <a:custGeom>
            <a:avLst/>
            <a:gdLst/>
            <a:ahLst/>
            <a:cxnLst/>
            <a:rect r="r" b="b" t="t" l="l"/>
            <a:pathLst>
              <a:path h="1097280" w="1097280">
                <a:moveTo>
                  <a:pt x="0" y="0"/>
                </a:moveTo>
                <a:lnTo>
                  <a:pt x="1097280" y="0"/>
                </a:lnTo>
                <a:lnTo>
                  <a:pt x="109728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669267" y="3648256"/>
            <a:ext cx="1094232" cy="1085088"/>
          </a:xfrm>
          <a:custGeom>
            <a:avLst/>
            <a:gdLst/>
            <a:ahLst/>
            <a:cxnLst/>
            <a:rect r="r" b="b" t="t" l="l"/>
            <a:pathLst>
              <a:path h="1085088" w="1094232">
                <a:moveTo>
                  <a:pt x="0" y="0"/>
                </a:moveTo>
                <a:lnTo>
                  <a:pt x="1094232" y="0"/>
                </a:lnTo>
                <a:lnTo>
                  <a:pt x="1094232" y="1085088"/>
                </a:lnTo>
                <a:lnTo>
                  <a:pt x="0" y="108508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854910" y="3698538"/>
            <a:ext cx="1060704" cy="1054608"/>
          </a:xfrm>
          <a:custGeom>
            <a:avLst/>
            <a:gdLst/>
            <a:ahLst/>
            <a:cxnLst/>
            <a:rect r="r" b="b" t="t" l="l"/>
            <a:pathLst>
              <a:path h="1054608" w="1060704">
                <a:moveTo>
                  <a:pt x="0" y="0"/>
                </a:moveTo>
                <a:lnTo>
                  <a:pt x="1060704" y="0"/>
                </a:lnTo>
                <a:lnTo>
                  <a:pt x="1060704" y="1054608"/>
                </a:lnTo>
                <a:lnTo>
                  <a:pt x="0" y="105460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16684" y="3651504"/>
            <a:ext cx="1051560" cy="1097280"/>
          </a:xfrm>
          <a:custGeom>
            <a:avLst/>
            <a:gdLst/>
            <a:ahLst/>
            <a:cxnLst/>
            <a:rect r="r" b="b" t="t" l="l"/>
            <a:pathLst>
              <a:path h="1097280" w="1051560">
                <a:moveTo>
                  <a:pt x="0" y="0"/>
                </a:moveTo>
                <a:lnTo>
                  <a:pt x="1051560" y="0"/>
                </a:lnTo>
                <a:lnTo>
                  <a:pt x="1051560" y="1097280"/>
                </a:lnTo>
                <a:lnTo>
                  <a:pt x="0" y="109728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163046" y="3648104"/>
            <a:ext cx="1109472" cy="1106424"/>
          </a:xfrm>
          <a:custGeom>
            <a:avLst/>
            <a:gdLst/>
            <a:ahLst/>
            <a:cxnLst/>
            <a:rect r="r" b="b" t="t" l="l"/>
            <a:pathLst>
              <a:path h="1106424" w="1109472">
                <a:moveTo>
                  <a:pt x="0" y="0"/>
                </a:moveTo>
                <a:lnTo>
                  <a:pt x="1109472" y="0"/>
                </a:lnTo>
                <a:lnTo>
                  <a:pt x="1109472" y="1106424"/>
                </a:lnTo>
                <a:lnTo>
                  <a:pt x="0" y="1106424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476546" y="5114582"/>
            <a:ext cx="326136" cy="326136"/>
          </a:xfrm>
          <a:custGeom>
            <a:avLst/>
            <a:gdLst/>
            <a:ahLst/>
            <a:cxnLst/>
            <a:rect r="r" b="b" t="t" l="l"/>
            <a:pathLst>
              <a:path h="326136" w="326136">
                <a:moveTo>
                  <a:pt x="0" y="0"/>
                </a:moveTo>
                <a:lnTo>
                  <a:pt x="326136" y="0"/>
                </a:lnTo>
                <a:lnTo>
                  <a:pt x="326136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836744" y="5114411"/>
            <a:ext cx="326136" cy="326136"/>
          </a:xfrm>
          <a:custGeom>
            <a:avLst/>
            <a:gdLst/>
            <a:ahLst/>
            <a:cxnLst/>
            <a:rect r="r" b="b" t="t" l="l"/>
            <a:pathLst>
              <a:path h="326136" w="326136">
                <a:moveTo>
                  <a:pt x="0" y="0"/>
                </a:moveTo>
                <a:lnTo>
                  <a:pt x="326136" y="0"/>
                </a:lnTo>
                <a:lnTo>
                  <a:pt x="326136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187854" y="5115116"/>
            <a:ext cx="332232" cy="326136"/>
          </a:xfrm>
          <a:custGeom>
            <a:avLst/>
            <a:gdLst/>
            <a:ahLst/>
            <a:cxnLst/>
            <a:rect r="r" b="b" t="t" l="l"/>
            <a:pathLst>
              <a:path h="326136" w="332232">
                <a:moveTo>
                  <a:pt x="0" y="0"/>
                </a:moveTo>
                <a:lnTo>
                  <a:pt x="332232" y="0"/>
                </a:lnTo>
                <a:lnTo>
                  <a:pt x="332232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541479" y="5114935"/>
            <a:ext cx="332232" cy="326136"/>
          </a:xfrm>
          <a:custGeom>
            <a:avLst/>
            <a:gdLst/>
            <a:ahLst/>
            <a:cxnLst/>
            <a:rect r="r" b="b" t="t" l="l"/>
            <a:pathLst>
              <a:path h="326136" w="332232">
                <a:moveTo>
                  <a:pt x="0" y="0"/>
                </a:moveTo>
                <a:lnTo>
                  <a:pt x="332232" y="0"/>
                </a:lnTo>
                <a:lnTo>
                  <a:pt x="332232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036989" y="5165484"/>
            <a:ext cx="54864" cy="228600"/>
          </a:xfrm>
          <a:custGeom>
            <a:avLst/>
            <a:gdLst/>
            <a:ahLst/>
            <a:cxnLst/>
            <a:rect r="r" b="b" t="t" l="l"/>
            <a:pathLst>
              <a:path h="228600" w="54864">
                <a:moveTo>
                  <a:pt x="0" y="0"/>
                </a:moveTo>
                <a:lnTo>
                  <a:pt x="54864" y="0"/>
                </a:lnTo>
                <a:lnTo>
                  <a:pt x="5486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256607" y="5133223"/>
            <a:ext cx="320040" cy="310896"/>
          </a:xfrm>
          <a:custGeom>
            <a:avLst/>
            <a:gdLst/>
            <a:ahLst/>
            <a:cxnLst/>
            <a:rect r="r" b="b" t="t" l="l"/>
            <a:pathLst>
              <a:path h="310896" w="320040">
                <a:moveTo>
                  <a:pt x="0" y="0"/>
                </a:moveTo>
                <a:lnTo>
                  <a:pt x="320040" y="0"/>
                </a:lnTo>
                <a:lnTo>
                  <a:pt x="320040" y="310896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611346" y="5114296"/>
            <a:ext cx="329184" cy="329184"/>
          </a:xfrm>
          <a:custGeom>
            <a:avLst/>
            <a:gdLst/>
            <a:ahLst/>
            <a:cxnLst/>
            <a:rect r="r" b="b" t="t" l="l"/>
            <a:pathLst>
              <a:path h="329184" w="329184">
                <a:moveTo>
                  <a:pt x="0" y="0"/>
                </a:moveTo>
                <a:lnTo>
                  <a:pt x="329184" y="0"/>
                </a:lnTo>
                <a:lnTo>
                  <a:pt x="329184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1968801" y="5116106"/>
            <a:ext cx="326136" cy="323088"/>
            <a:chOff x="49871842" y="21319241"/>
            <a:chExt cx="1355242" cy="13419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" y="-5"/>
              <a:ext cx="1355229" cy="1341920"/>
            </a:xfrm>
            <a:custGeom>
              <a:avLst/>
              <a:gdLst/>
              <a:ahLst/>
              <a:cxnLst/>
              <a:rect r="r" b="b" t="t" l="l"/>
              <a:pathLst>
                <a:path h="1341920" w="1355229">
                  <a:moveTo>
                    <a:pt x="610223" y="0"/>
                  </a:moveTo>
                  <a:cubicBezTo>
                    <a:pt x="605777" y="225132"/>
                    <a:pt x="614666" y="944969"/>
                    <a:pt x="0" y="1256004"/>
                  </a:cubicBezTo>
                  <a:cubicBezTo>
                    <a:pt x="34063" y="1279714"/>
                    <a:pt x="69608" y="1312291"/>
                    <a:pt x="88863" y="1341920"/>
                  </a:cubicBezTo>
                  <a:cubicBezTo>
                    <a:pt x="450255" y="1149375"/>
                    <a:pt x="607262" y="817600"/>
                    <a:pt x="675398" y="521373"/>
                  </a:cubicBezTo>
                  <a:cubicBezTo>
                    <a:pt x="746482" y="796862"/>
                    <a:pt x="904977" y="1162697"/>
                    <a:pt x="1275259" y="1335989"/>
                  </a:cubicBezTo>
                  <a:cubicBezTo>
                    <a:pt x="1291540" y="1304887"/>
                    <a:pt x="1324127" y="1267866"/>
                    <a:pt x="1355229" y="1242683"/>
                  </a:cubicBezTo>
                  <a:cubicBezTo>
                    <a:pt x="832396" y="1010145"/>
                    <a:pt x="743521" y="391032"/>
                    <a:pt x="721308" y="214769"/>
                  </a:cubicBezTo>
                  <a:cubicBezTo>
                    <a:pt x="728712" y="127380"/>
                    <a:pt x="730201" y="53327"/>
                    <a:pt x="731673" y="0"/>
                  </a:cubicBezTo>
                  <a:lnTo>
                    <a:pt x="61022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2417790" y="5115116"/>
            <a:ext cx="332232" cy="326136"/>
          </a:xfrm>
          <a:custGeom>
            <a:avLst/>
            <a:gdLst/>
            <a:ahLst/>
            <a:cxnLst/>
            <a:rect r="r" b="b" t="t" l="l"/>
            <a:pathLst>
              <a:path h="326136" w="332232">
                <a:moveTo>
                  <a:pt x="0" y="0"/>
                </a:moveTo>
                <a:lnTo>
                  <a:pt x="332232" y="0"/>
                </a:lnTo>
                <a:lnTo>
                  <a:pt x="332232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771415" y="5114935"/>
            <a:ext cx="332232" cy="326136"/>
          </a:xfrm>
          <a:custGeom>
            <a:avLst/>
            <a:gdLst/>
            <a:ahLst/>
            <a:cxnLst/>
            <a:rect r="r" b="b" t="t" l="l"/>
            <a:pathLst>
              <a:path h="326136" w="332232">
                <a:moveTo>
                  <a:pt x="0" y="0"/>
                </a:moveTo>
                <a:lnTo>
                  <a:pt x="332232" y="0"/>
                </a:lnTo>
                <a:lnTo>
                  <a:pt x="332232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476422" y="5615454"/>
            <a:ext cx="335280" cy="320040"/>
          </a:xfrm>
          <a:custGeom>
            <a:avLst/>
            <a:gdLst/>
            <a:ahLst/>
            <a:cxnLst/>
            <a:rect r="r" b="b" t="t" l="l"/>
            <a:pathLst>
              <a:path h="320040" w="335280">
                <a:moveTo>
                  <a:pt x="0" y="0"/>
                </a:moveTo>
                <a:lnTo>
                  <a:pt x="335280" y="0"/>
                </a:lnTo>
                <a:lnTo>
                  <a:pt x="335280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834791" y="5608663"/>
            <a:ext cx="326136" cy="320040"/>
          </a:xfrm>
          <a:custGeom>
            <a:avLst/>
            <a:gdLst/>
            <a:ahLst/>
            <a:cxnLst/>
            <a:rect r="r" b="b" t="t" l="l"/>
            <a:pathLst>
              <a:path h="320040" w="326136">
                <a:moveTo>
                  <a:pt x="0" y="0"/>
                </a:moveTo>
                <a:lnTo>
                  <a:pt x="326136" y="0"/>
                </a:lnTo>
                <a:lnTo>
                  <a:pt x="326136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190197" y="5608663"/>
            <a:ext cx="326136" cy="320040"/>
          </a:xfrm>
          <a:custGeom>
            <a:avLst/>
            <a:gdLst/>
            <a:ahLst/>
            <a:cxnLst/>
            <a:rect r="r" b="b" t="t" l="l"/>
            <a:pathLst>
              <a:path h="320040" w="326136">
                <a:moveTo>
                  <a:pt x="0" y="0"/>
                </a:moveTo>
                <a:lnTo>
                  <a:pt x="326136" y="0"/>
                </a:lnTo>
                <a:lnTo>
                  <a:pt x="326136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546128" y="5623084"/>
            <a:ext cx="326136" cy="313944"/>
          </a:xfrm>
          <a:custGeom>
            <a:avLst/>
            <a:gdLst/>
            <a:ahLst/>
            <a:cxnLst/>
            <a:rect r="r" b="b" t="t" l="l"/>
            <a:pathLst>
              <a:path h="313944" w="326136">
                <a:moveTo>
                  <a:pt x="0" y="0"/>
                </a:moveTo>
                <a:lnTo>
                  <a:pt x="326136" y="0"/>
                </a:lnTo>
                <a:lnTo>
                  <a:pt x="326136" y="313944"/>
                </a:lnTo>
                <a:lnTo>
                  <a:pt x="0" y="313944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036989" y="5660784"/>
            <a:ext cx="54864" cy="228600"/>
          </a:xfrm>
          <a:custGeom>
            <a:avLst/>
            <a:gdLst/>
            <a:ahLst/>
            <a:cxnLst/>
            <a:rect r="r" b="b" t="t" l="l"/>
            <a:pathLst>
              <a:path h="228600" w="54864">
                <a:moveTo>
                  <a:pt x="0" y="0"/>
                </a:moveTo>
                <a:lnTo>
                  <a:pt x="54864" y="0"/>
                </a:lnTo>
                <a:lnTo>
                  <a:pt x="54864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057946" y="5609882"/>
            <a:ext cx="313944" cy="326136"/>
          </a:xfrm>
          <a:custGeom>
            <a:avLst/>
            <a:gdLst/>
            <a:ahLst/>
            <a:cxnLst/>
            <a:rect r="r" b="b" t="t" l="l"/>
            <a:pathLst>
              <a:path h="326136" w="313944">
                <a:moveTo>
                  <a:pt x="0" y="0"/>
                </a:moveTo>
                <a:lnTo>
                  <a:pt x="313944" y="0"/>
                </a:lnTo>
                <a:lnTo>
                  <a:pt x="313944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401227" y="5607644"/>
            <a:ext cx="320040" cy="329184"/>
          </a:xfrm>
          <a:custGeom>
            <a:avLst/>
            <a:gdLst/>
            <a:ahLst/>
            <a:cxnLst/>
            <a:rect r="r" b="b" t="t" l="l"/>
            <a:pathLst>
              <a:path h="329184" w="320040">
                <a:moveTo>
                  <a:pt x="0" y="0"/>
                </a:moveTo>
                <a:lnTo>
                  <a:pt x="320040" y="0"/>
                </a:lnTo>
                <a:lnTo>
                  <a:pt x="32004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749652" y="5609520"/>
            <a:ext cx="332232" cy="326136"/>
          </a:xfrm>
          <a:custGeom>
            <a:avLst/>
            <a:gdLst/>
            <a:ahLst/>
            <a:cxnLst/>
            <a:rect r="r" b="b" t="t" l="l"/>
            <a:pathLst>
              <a:path h="326136" w="332232">
                <a:moveTo>
                  <a:pt x="0" y="0"/>
                </a:moveTo>
                <a:lnTo>
                  <a:pt x="332232" y="0"/>
                </a:lnTo>
                <a:lnTo>
                  <a:pt x="332232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009045" y="6105535"/>
            <a:ext cx="329184" cy="326136"/>
          </a:xfrm>
          <a:custGeom>
            <a:avLst/>
            <a:gdLst/>
            <a:ahLst/>
            <a:cxnLst/>
            <a:rect r="r" b="b" t="t" l="l"/>
            <a:pathLst>
              <a:path h="326136" w="329184">
                <a:moveTo>
                  <a:pt x="0" y="0"/>
                </a:moveTo>
                <a:lnTo>
                  <a:pt x="329184" y="0"/>
                </a:lnTo>
                <a:lnTo>
                  <a:pt x="329184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363023" y="6108125"/>
            <a:ext cx="329184" cy="323088"/>
          </a:xfrm>
          <a:custGeom>
            <a:avLst/>
            <a:gdLst/>
            <a:ahLst/>
            <a:cxnLst/>
            <a:rect r="r" b="b" t="t" l="l"/>
            <a:pathLst>
              <a:path h="323088" w="329184">
                <a:moveTo>
                  <a:pt x="0" y="0"/>
                </a:moveTo>
                <a:lnTo>
                  <a:pt x="329184" y="0"/>
                </a:lnTo>
                <a:lnTo>
                  <a:pt x="329184" y="323088"/>
                </a:lnTo>
                <a:lnTo>
                  <a:pt x="0" y="323088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3733631" y="6106344"/>
            <a:ext cx="304800" cy="323088"/>
          </a:xfrm>
          <a:custGeom>
            <a:avLst/>
            <a:gdLst/>
            <a:ahLst/>
            <a:cxnLst/>
            <a:rect r="r" b="b" t="t" l="l"/>
            <a:pathLst>
              <a:path h="323088" w="304800">
                <a:moveTo>
                  <a:pt x="0" y="0"/>
                </a:moveTo>
                <a:lnTo>
                  <a:pt x="304800" y="0"/>
                </a:lnTo>
                <a:lnTo>
                  <a:pt x="304800" y="323088"/>
                </a:lnTo>
                <a:lnTo>
                  <a:pt x="0" y="323088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990662" y="6617694"/>
            <a:ext cx="301752" cy="310896"/>
          </a:xfrm>
          <a:custGeom>
            <a:avLst/>
            <a:gdLst/>
            <a:ahLst/>
            <a:cxnLst/>
            <a:rect r="r" b="b" t="t" l="l"/>
            <a:pathLst>
              <a:path h="310896" w="301752">
                <a:moveTo>
                  <a:pt x="0" y="0"/>
                </a:moveTo>
                <a:lnTo>
                  <a:pt x="301752" y="0"/>
                </a:lnTo>
                <a:lnTo>
                  <a:pt x="301752" y="310896"/>
                </a:lnTo>
                <a:lnTo>
                  <a:pt x="0" y="310896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347459" y="6601549"/>
            <a:ext cx="329184" cy="326136"/>
          </a:xfrm>
          <a:custGeom>
            <a:avLst/>
            <a:gdLst/>
            <a:ahLst/>
            <a:cxnLst/>
            <a:rect r="r" b="b" t="t" l="l"/>
            <a:pathLst>
              <a:path h="326136" w="329184">
                <a:moveTo>
                  <a:pt x="0" y="0"/>
                </a:moveTo>
                <a:lnTo>
                  <a:pt x="329184" y="0"/>
                </a:lnTo>
                <a:lnTo>
                  <a:pt x="329184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702608" y="6601549"/>
            <a:ext cx="326136" cy="326136"/>
          </a:xfrm>
          <a:custGeom>
            <a:avLst/>
            <a:gdLst/>
            <a:ahLst/>
            <a:cxnLst/>
            <a:rect r="r" b="b" t="t" l="l"/>
            <a:pathLst>
              <a:path h="326136" w="326136">
                <a:moveTo>
                  <a:pt x="0" y="0"/>
                </a:moveTo>
                <a:lnTo>
                  <a:pt x="326136" y="0"/>
                </a:lnTo>
                <a:lnTo>
                  <a:pt x="326136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2992948" y="7095782"/>
            <a:ext cx="313944" cy="326136"/>
          </a:xfrm>
          <a:custGeom>
            <a:avLst/>
            <a:gdLst/>
            <a:ahLst/>
            <a:cxnLst/>
            <a:rect r="r" b="b" t="t" l="l"/>
            <a:pathLst>
              <a:path h="326136" w="313944">
                <a:moveTo>
                  <a:pt x="0" y="0"/>
                </a:moveTo>
                <a:lnTo>
                  <a:pt x="313944" y="0"/>
                </a:lnTo>
                <a:lnTo>
                  <a:pt x="313944" y="326136"/>
                </a:lnTo>
                <a:lnTo>
                  <a:pt x="0" y="326136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332200" y="7100954"/>
            <a:ext cx="329184" cy="316992"/>
          </a:xfrm>
          <a:custGeom>
            <a:avLst/>
            <a:gdLst/>
            <a:ahLst/>
            <a:cxnLst/>
            <a:rect r="r" b="b" t="t" l="l"/>
            <a:pathLst>
              <a:path h="316992" w="329184">
                <a:moveTo>
                  <a:pt x="0" y="0"/>
                </a:moveTo>
                <a:lnTo>
                  <a:pt x="329184" y="0"/>
                </a:lnTo>
                <a:lnTo>
                  <a:pt x="329184" y="316992"/>
                </a:lnTo>
                <a:lnTo>
                  <a:pt x="0" y="31699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3685187" y="7093725"/>
            <a:ext cx="332232" cy="329184"/>
          </a:xfrm>
          <a:custGeom>
            <a:avLst/>
            <a:gdLst/>
            <a:ahLst/>
            <a:cxnLst/>
            <a:rect r="r" b="b" t="t" l="l"/>
            <a:pathLst>
              <a:path h="329184" w="332232">
                <a:moveTo>
                  <a:pt x="0" y="0"/>
                </a:moveTo>
                <a:lnTo>
                  <a:pt x="332232" y="0"/>
                </a:lnTo>
                <a:lnTo>
                  <a:pt x="332232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812016" y="8925439"/>
            <a:ext cx="243840" cy="249936"/>
          </a:xfrm>
          <a:custGeom>
            <a:avLst/>
            <a:gdLst/>
            <a:ahLst/>
            <a:cxnLst/>
            <a:rect r="r" b="b" t="t" l="l"/>
            <a:pathLst>
              <a:path h="249936" w="243840">
                <a:moveTo>
                  <a:pt x="0" y="0"/>
                </a:moveTo>
                <a:lnTo>
                  <a:pt x="243840" y="0"/>
                </a:lnTo>
                <a:lnTo>
                  <a:pt x="243840" y="249936"/>
                </a:lnTo>
                <a:lnTo>
                  <a:pt x="0" y="249936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7066352" y="8928926"/>
            <a:ext cx="256032" cy="243840"/>
          </a:xfrm>
          <a:custGeom>
            <a:avLst/>
            <a:gdLst/>
            <a:ahLst/>
            <a:cxnLst/>
            <a:rect r="r" b="b" t="t" l="l"/>
            <a:pathLst>
              <a:path h="243840" w="256032">
                <a:moveTo>
                  <a:pt x="0" y="0"/>
                </a:moveTo>
                <a:lnTo>
                  <a:pt x="256032" y="0"/>
                </a:lnTo>
                <a:lnTo>
                  <a:pt x="256032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7331719" y="8923115"/>
            <a:ext cx="256032" cy="252984"/>
          </a:xfrm>
          <a:custGeom>
            <a:avLst/>
            <a:gdLst/>
            <a:ahLst/>
            <a:cxnLst/>
            <a:rect r="r" b="b" t="t" l="l"/>
            <a:pathLst>
              <a:path h="252984" w="256032">
                <a:moveTo>
                  <a:pt x="0" y="0"/>
                </a:moveTo>
                <a:lnTo>
                  <a:pt x="256032" y="0"/>
                </a:lnTo>
                <a:lnTo>
                  <a:pt x="256032" y="252984"/>
                </a:lnTo>
                <a:lnTo>
                  <a:pt x="0" y="252984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6799185" y="9297181"/>
            <a:ext cx="252984" cy="249936"/>
          </a:xfrm>
          <a:custGeom>
            <a:avLst/>
            <a:gdLst/>
            <a:ahLst/>
            <a:cxnLst/>
            <a:rect r="r" b="b" t="t" l="l"/>
            <a:pathLst>
              <a:path h="249936" w="252984">
                <a:moveTo>
                  <a:pt x="0" y="0"/>
                </a:moveTo>
                <a:lnTo>
                  <a:pt x="252984" y="0"/>
                </a:lnTo>
                <a:lnTo>
                  <a:pt x="252984" y="249936"/>
                </a:lnTo>
                <a:lnTo>
                  <a:pt x="0" y="249936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7066076" y="9297314"/>
            <a:ext cx="249936" cy="249936"/>
          </a:xfrm>
          <a:custGeom>
            <a:avLst/>
            <a:gdLst/>
            <a:ahLst/>
            <a:cxnLst/>
            <a:rect r="r" b="b" t="t" l="l"/>
            <a:pathLst>
              <a:path h="249936" w="249936">
                <a:moveTo>
                  <a:pt x="0" y="0"/>
                </a:moveTo>
                <a:lnTo>
                  <a:pt x="249936" y="0"/>
                </a:lnTo>
                <a:lnTo>
                  <a:pt x="249936" y="249936"/>
                </a:lnTo>
                <a:lnTo>
                  <a:pt x="0" y="249936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7342396" y="9296248"/>
            <a:ext cx="234696" cy="249936"/>
          </a:xfrm>
          <a:custGeom>
            <a:avLst/>
            <a:gdLst/>
            <a:ahLst/>
            <a:cxnLst/>
            <a:rect r="r" b="b" t="t" l="l"/>
            <a:pathLst>
              <a:path h="249936" w="234696">
                <a:moveTo>
                  <a:pt x="0" y="0"/>
                </a:moveTo>
                <a:lnTo>
                  <a:pt x="234696" y="0"/>
                </a:lnTo>
                <a:lnTo>
                  <a:pt x="234696" y="249936"/>
                </a:lnTo>
                <a:lnTo>
                  <a:pt x="0" y="249936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34996" y="7786478"/>
            <a:ext cx="1207008" cy="1472184"/>
            <a:chOff x="4313005" y="32445191"/>
            <a:chExt cx="5028121" cy="613103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4" y="-6"/>
              <a:ext cx="5028108" cy="6131040"/>
            </a:xfrm>
            <a:custGeom>
              <a:avLst/>
              <a:gdLst/>
              <a:ahLst/>
              <a:cxnLst/>
              <a:rect r="r" b="b" t="t" l="l"/>
              <a:pathLst>
                <a:path h="6131040" w="5028108">
                  <a:moveTo>
                    <a:pt x="5028108" y="0"/>
                  </a:moveTo>
                  <a:lnTo>
                    <a:pt x="5028108" y="6131040"/>
                  </a:lnTo>
                  <a:lnTo>
                    <a:pt x="0" y="6131040"/>
                  </a:lnTo>
                  <a:lnTo>
                    <a:pt x="0" y="0"/>
                  </a:lnTo>
                  <a:lnTo>
                    <a:pt x="502810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414631" y="2166099"/>
            <a:ext cx="1127760" cy="1127760"/>
            <a:chOff x="30894459" y="9025612"/>
            <a:chExt cx="4698644" cy="46986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5" y="-2"/>
              <a:ext cx="4698631" cy="4698645"/>
            </a:xfrm>
            <a:custGeom>
              <a:avLst/>
              <a:gdLst/>
              <a:ahLst/>
              <a:cxnLst/>
              <a:rect r="r" b="b" t="t" l="l"/>
              <a:pathLst>
                <a:path h="4698645" w="4698631">
                  <a:moveTo>
                    <a:pt x="4698631" y="0"/>
                  </a:moveTo>
                  <a:lnTo>
                    <a:pt x="4698631" y="4698645"/>
                  </a:lnTo>
                  <a:lnTo>
                    <a:pt x="0" y="4698645"/>
                  </a:lnTo>
                  <a:lnTo>
                    <a:pt x="0" y="0"/>
                  </a:lnTo>
                  <a:lnTo>
                    <a:pt x="469863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392147" y="2333606"/>
            <a:ext cx="5452872" cy="6925056"/>
            <a:chOff x="9970452" y="9724829"/>
            <a:chExt cx="22713950" cy="288514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5"/>
              <a:ext cx="22713950" cy="28851412"/>
            </a:xfrm>
            <a:custGeom>
              <a:avLst/>
              <a:gdLst/>
              <a:ahLst/>
              <a:cxnLst/>
              <a:rect r="r" b="b" t="t" l="l"/>
              <a:pathLst>
                <a:path h="28851412" w="22713950">
                  <a:moveTo>
                    <a:pt x="22713950" y="0"/>
                  </a:moveTo>
                  <a:lnTo>
                    <a:pt x="22713950" y="28851412"/>
                  </a:lnTo>
                  <a:lnTo>
                    <a:pt x="0" y="28851412"/>
                  </a:lnTo>
                  <a:lnTo>
                    <a:pt x="0" y="0"/>
                  </a:lnTo>
                  <a:lnTo>
                    <a:pt x="227139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4917369" y="7430538"/>
            <a:ext cx="1874520" cy="1030224"/>
          </a:xfrm>
          <a:custGeom>
            <a:avLst/>
            <a:gdLst/>
            <a:ahLst/>
            <a:cxnLst/>
            <a:rect r="r" b="b" t="t" l="l"/>
            <a:pathLst>
              <a:path h="1030224" w="1874520">
                <a:moveTo>
                  <a:pt x="0" y="0"/>
                </a:moveTo>
                <a:lnTo>
                  <a:pt x="1874520" y="0"/>
                </a:lnTo>
                <a:lnTo>
                  <a:pt x="1874520" y="1030224"/>
                </a:lnTo>
                <a:lnTo>
                  <a:pt x="0" y="1030224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12308291" y="5041611"/>
            <a:ext cx="99346" cy="48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220650" y="5546436"/>
            <a:ext cx="1843840" cy="196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9"/>
              </a:lnSpc>
            </a:pPr>
            <a:r>
              <a:rPr lang="en-US" sz="27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B1229040 B1229042 B1229052 B1229057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05326" y="9909600"/>
            <a:ext cx="8696706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GitHub repo: https://github.com/Hanson0901/meeting-assistance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34812" y="8880900"/>
            <a:ext cx="3120047" cy="73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25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Presented by B1229057 Author by B1229042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246888" y="969435"/>
            <a:ext cx="1021051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22609" y="2148526"/>
            <a:ext cx="4400550" cy="7277100"/>
            <a:chOff x="0" y="0"/>
            <a:chExt cx="5867400" cy="970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67400" cy="9702800"/>
            </a:xfrm>
            <a:custGeom>
              <a:avLst/>
              <a:gdLst/>
              <a:ahLst/>
              <a:cxnLst/>
              <a:rect r="r" b="b" t="t" l="l"/>
              <a:pathLst>
                <a:path h="97028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9702800"/>
                  </a:lnTo>
                  <a:lnTo>
                    <a:pt x="0" y="970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71" t="-2096" r="-3570" b="-20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58990" y="2148526"/>
            <a:ext cx="4400550" cy="7277100"/>
            <a:chOff x="0" y="0"/>
            <a:chExt cx="5867400" cy="970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7400" cy="9702800"/>
            </a:xfrm>
            <a:custGeom>
              <a:avLst/>
              <a:gdLst/>
              <a:ahLst/>
              <a:cxnLst/>
              <a:rect r="r" b="b" t="t" l="l"/>
              <a:pathLst>
                <a:path h="97028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9702800"/>
                  </a:lnTo>
                  <a:lnTo>
                    <a:pt x="0" y="970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72" t="-2096" r="-3570" b="-2092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784907" y="7702344"/>
            <a:ext cx="923925" cy="1162050"/>
          </a:xfrm>
          <a:custGeom>
            <a:avLst/>
            <a:gdLst/>
            <a:ahLst/>
            <a:cxnLst/>
            <a:rect r="r" b="b" t="t" l="l"/>
            <a:pathLst>
              <a:path h="1162050" w="923925">
                <a:moveTo>
                  <a:pt x="0" y="0"/>
                </a:moveTo>
                <a:lnTo>
                  <a:pt x="923925" y="0"/>
                </a:lnTo>
                <a:lnTo>
                  <a:pt x="923925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73694" y="3113903"/>
            <a:ext cx="495300" cy="847725"/>
          </a:xfrm>
          <a:custGeom>
            <a:avLst/>
            <a:gdLst/>
            <a:ahLst/>
            <a:cxnLst/>
            <a:rect r="r" b="b" t="t" l="l"/>
            <a:pathLst>
              <a:path h="847725" w="495300">
                <a:moveTo>
                  <a:pt x="0" y="0"/>
                </a:moveTo>
                <a:lnTo>
                  <a:pt x="495300" y="0"/>
                </a:lnTo>
                <a:lnTo>
                  <a:pt x="4953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8" t="0" r="-1744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837975" y="4246426"/>
            <a:ext cx="942975" cy="942975"/>
            <a:chOff x="5117301" y="5665819"/>
            <a:chExt cx="1257300" cy="12494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" y="-6"/>
              <a:ext cx="1257300" cy="1249464"/>
            </a:xfrm>
            <a:custGeom>
              <a:avLst/>
              <a:gdLst/>
              <a:ahLst/>
              <a:cxnLst/>
              <a:rect r="r" b="b" t="t" l="l"/>
              <a:pathLst>
                <a:path h="1249464" w="1257300">
                  <a:moveTo>
                    <a:pt x="628650" y="1249464"/>
                  </a:moveTo>
                  <a:lnTo>
                    <a:pt x="0" y="624738"/>
                  </a:lnTo>
                  <a:lnTo>
                    <a:pt x="314325" y="624738"/>
                  </a:lnTo>
                  <a:lnTo>
                    <a:pt x="314325" y="0"/>
                  </a:lnTo>
                  <a:lnTo>
                    <a:pt x="942975" y="0"/>
                  </a:lnTo>
                  <a:lnTo>
                    <a:pt x="942975" y="624738"/>
                  </a:lnTo>
                  <a:lnTo>
                    <a:pt x="1257300" y="624738"/>
                  </a:lnTo>
                  <a:lnTo>
                    <a:pt x="628650" y="1249464"/>
                  </a:lnTo>
                  <a:close/>
                </a:path>
              </a:pathLst>
            </a:custGeom>
            <a:solidFill>
              <a:srgbClr val="7E7E7E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027731" y="3389700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64747" y="3388357"/>
            <a:ext cx="390525" cy="400050"/>
          </a:xfrm>
          <a:custGeom>
            <a:avLst/>
            <a:gdLst/>
            <a:ahLst/>
            <a:cxnLst/>
            <a:rect r="r" b="b" t="t" l="l"/>
            <a:pathLst>
              <a:path h="400050" w="390525">
                <a:moveTo>
                  <a:pt x="0" y="0"/>
                </a:moveTo>
                <a:lnTo>
                  <a:pt x="390525" y="0"/>
                </a:lnTo>
                <a:lnTo>
                  <a:pt x="390525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893525" y="3388566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324693" y="3391157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784655" y="3408674"/>
            <a:ext cx="342900" cy="381000"/>
            <a:chOff x="6383670" y="4549101"/>
            <a:chExt cx="448945" cy="4995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-3" y="1"/>
              <a:ext cx="448945" cy="499593"/>
            </a:xfrm>
            <a:custGeom>
              <a:avLst/>
              <a:gdLst/>
              <a:ahLst/>
              <a:cxnLst/>
              <a:rect r="r" b="b" t="t" l="l"/>
              <a:pathLst>
                <a:path h="499593" w="448945">
                  <a:moveTo>
                    <a:pt x="448945" y="101879"/>
                  </a:moveTo>
                  <a:lnTo>
                    <a:pt x="249797" y="101879"/>
                  </a:lnTo>
                  <a:cubicBezTo>
                    <a:pt x="244615" y="70218"/>
                    <a:pt x="241161" y="36258"/>
                    <a:pt x="239434" y="0"/>
                  </a:cubicBezTo>
                  <a:lnTo>
                    <a:pt x="99581" y="0"/>
                  </a:lnTo>
                  <a:lnTo>
                    <a:pt x="99581" y="37985"/>
                  </a:lnTo>
                  <a:lnTo>
                    <a:pt x="203175" y="37985"/>
                  </a:lnTo>
                  <a:cubicBezTo>
                    <a:pt x="204331" y="60426"/>
                    <a:pt x="206630" y="81724"/>
                    <a:pt x="209512" y="101879"/>
                  </a:cubicBezTo>
                  <a:lnTo>
                    <a:pt x="0" y="101879"/>
                  </a:lnTo>
                  <a:lnTo>
                    <a:pt x="0" y="499592"/>
                  </a:lnTo>
                  <a:lnTo>
                    <a:pt x="42596" y="499592"/>
                  </a:lnTo>
                  <a:lnTo>
                    <a:pt x="42596" y="143891"/>
                  </a:lnTo>
                  <a:lnTo>
                    <a:pt x="192241" y="143891"/>
                  </a:lnTo>
                  <a:cubicBezTo>
                    <a:pt x="172670" y="234251"/>
                    <a:pt x="125477" y="296418"/>
                    <a:pt x="48349" y="333832"/>
                  </a:cubicBezTo>
                  <a:cubicBezTo>
                    <a:pt x="57557" y="341884"/>
                    <a:pt x="70803" y="358000"/>
                    <a:pt x="77128" y="367779"/>
                  </a:cubicBezTo>
                  <a:cubicBezTo>
                    <a:pt x="153683" y="328651"/>
                    <a:pt x="200877" y="264757"/>
                    <a:pt x="225044" y="176695"/>
                  </a:cubicBezTo>
                  <a:cubicBezTo>
                    <a:pt x="249797" y="263029"/>
                    <a:pt x="294120" y="327495"/>
                    <a:pt x="369520" y="364909"/>
                  </a:cubicBezTo>
                  <a:cubicBezTo>
                    <a:pt x="376429" y="353390"/>
                    <a:pt x="390233" y="336702"/>
                    <a:pt x="399441" y="327495"/>
                  </a:cubicBezTo>
                  <a:cubicBezTo>
                    <a:pt x="324041" y="295262"/>
                    <a:pt x="280874" y="231953"/>
                    <a:pt x="259004" y="143891"/>
                  </a:cubicBezTo>
                  <a:lnTo>
                    <a:pt x="405778" y="143891"/>
                  </a:lnTo>
                  <a:lnTo>
                    <a:pt x="405778" y="443763"/>
                  </a:lnTo>
                  <a:cubicBezTo>
                    <a:pt x="405778" y="452971"/>
                    <a:pt x="403480" y="455841"/>
                    <a:pt x="393116" y="456425"/>
                  </a:cubicBezTo>
                  <a:cubicBezTo>
                    <a:pt x="381597" y="456997"/>
                    <a:pt x="345923" y="456997"/>
                    <a:pt x="308509" y="455841"/>
                  </a:cubicBezTo>
                  <a:cubicBezTo>
                    <a:pt x="314833" y="467360"/>
                    <a:pt x="321171" y="486930"/>
                    <a:pt x="322898" y="499008"/>
                  </a:cubicBezTo>
                  <a:cubicBezTo>
                    <a:pt x="371818" y="499008"/>
                    <a:pt x="404622" y="499008"/>
                    <a:pt x="424193" y="492100"/>
                  </a:cubicBezTo>
                  <a:cubicBezTo>
                    <a:pt x="443192" y="484619"/>
                    <a:pt x="448945" y="470814"/>
                    <a:pt x="448945" y="443763"/>
                  </a:cubicBezTo>
                  <a:lnTo>
                    <a:pt x="448945" y="10187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185524" y="3388357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52022" y="5406895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881895" y="5407114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13492" y="5408409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741193" y="5408628"/>
            <a:ext cx="409575" cy="400050"/>
          </a:xfrm>
          <a:custGeom>
            <a:avLst/>
            <a:gdLst/>
            <a:ahLst/>
            <a:cxnLst/>
            <a:rect r="r" b="b" t="t" l="l"/>
            <a:pathLst>
              <a:path h="400050" w="409575">
                <a:moveTo>
                  <a:pt x="0" y="0"/>
                </a:moveTo>
                <a:lnTo>
                  <a:pt x="409575" y="0"/>
                </a:lnTo>
                <a:lnTo>
                  <a:pt x="409575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190982" y="5404523"/>
            <a:ext cx="371475" cy="400050"/>
          </a:xfrm>
          <a:custGeom>
            <a:avLst/>
            <a:gdLst/>
            <a:ahLst/>
            <a:cxnLst/>
            <a:rect r="r" b="b" t="t" l="l"/>
            <a:pathLst>
              <a:path h="400050" w="371475">
                <a:moveTo>
                  <a:pt x="0" y="0"/>
                </a:moveTo>
                <a:lnTo>
                  <a:pt x="371475" y="0"/>
                </a:lnTo>
                <a:lnTo>
                  <a:pt x="371475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04624" y="5406038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532898" y="7163791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957503" y="7164657"/>
            <a:ext cx="419100" cy="409575"/>
          </a:xfrm>
          <a:custGeom>
            <a:avLst/>
            <a:gdLst/>
            <a:ahLst/>
            <a:cxnLst/>
            <a:rect r="r" b="b" t="t" l="l"/>
            <a:pathLst>
              <a:path h="409575" w="419100">
                <a:moveTo>
                  <a:pt x="0" y="0"/>
                </a:moveTo>
                <a:lnTo>
                  <a:pt x="419100" y="0"/>
                </a:lnTo>
                <a:lnTo>
                  <a:pt x="419100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390119" y="7165086"/>
            <a:ext cx="419100" cy="409575"/>
          </a:xfrm>
          <a:custGeom>
            <a:avLst/>
            <a:gdLst/>
            <a:ahLst/>
            <a:cxnLst/>
            <a:rect r="r" b="b" t="t" l="l"/>
            <a:pathLst>
              <a:path h="409575" w="419100">
                <a:moveTo>
                  <a:pt x="0" y="0"/>
                </a:moveTo>
                <a:lnTo>
                  <a:pt x="419100" y="0"/>
                </a:lnTo>
                <a:lnTo>
                  <a:pt x="419100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827945" y="7169858"/>
            <a:ext cx="400050" cy="390525"/>
          </a:xfrm>
          <a:custGeom>
            <a:avLst/>
            <a:gdLst/>
            <a:ahLst/>
            <a:cxnLst/>
            <a:rect r="r" b="b" t="t" l="l"/>
            <a:pathLst>
              <a:path h="390525" w="400050">
                <a:moveTo>
                  <a:pt x="0" y="0"/>
                </a:moveTo>
                <a:lnTo>
                  <a:pt x="400050" y="0"/>
                </a:lnTo>
                <a:lnTo>
                  <a:pt x="40005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253855" y="7164695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685805" y="7191251"/>
            <a:ext cx="419100" cy="381000"/>
          </a:xfrm>
          <a:custGeom>
            <a:avLst/>
            <a:gdLst/>
            <a:ahLst/>
            <a:cxnLst/>
            <a:rect r="r" b="b" t="t" l="l"/>
            <a:pathLst>
              <a:path h="381000" w="419100">
                <a:moveTo>
                  <a:pt x="0" y="0"/>
                </a:moveTo>
                <a:lnTo>
                  <a:pt x="419100" y="0"/>
                </a:lnTo>
                <a:lnTo>
                  <a:pt x="419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131413" y="7166191"/>
            <a:ext cx="390525" cy="390525"/>
          </a:xfrm>
          <a:custGeom>
            <a:avLst/>
            <a:gdLst/>
            <a:ahLst/>
            <a:cxnLst/>
            <a:rect r="r" b="b" t="t" l="l"/>
            <a:pathLst>
              <a:path h="390525" w="390525">
                <a:moveTo>
                  <a:pt x="0" y="0"/>
                </a:moveTo>
                <a:lnTo>
                  <a:pt x="390525" y="0"/>
                </a:lnTo>
                <a:lnTo>
                  <a:pt x="390525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553637" y="7165953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984738" y="7181536"/>
            <a:ext cx="409575" cy="381000"/>
          </a:xfrm>
          <a:custGeom>
            <a:avLst/>
            <a:gdLst/>
            <a:ahLst/>
            <a:cxnLst/>
            <a:rect r="r" b="b" t="t" l="l"/>
            <a:pathLst>
              <a:path h="381000" w="409575">
                <a:moveTo>
                  <a:pt x="0" y="0"/>
                </a:moveTo>
                <a:lnTo>
                  <a:pt x="409575" y="0"/>
                </a:lnTo>
                <a:lnTo>
                  <a:pt x="4095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3837975" y="6044575"/>
            <a:ext cx="942975" cy="942975"/>
            <a:chOff x="5117301" y="8063350"/>
            <a:chExt cx="1257300" cy="12494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-1" y="-6"/>
              <a:ext cx="1257300" cy="1249464"/>
            </a:xfrm>
            <a:custGeom>
              <a:avLst/>
              <a:gdLst/>
              <a:ahLst/>
              <a:cxnLst/>
              <a:rect r="r" b="b" t="t" l="l"/>
              <a:pathLst>
                <a:path h="1249464" w="1257300">
                  <a:moveTo>
                    <a:pt x="628650" y="1249464"/>
                  </a:moveTo>
                  <a:lnTo>
                    <a:pt x="0" y="624739"/>
                  </a:lnTo>
                  <a:lnTo>
                    <a:pt x="314325" y="624739"/>
                  </a:lnTo>
                  <a:lnTo>
                    <a:pt x="314325" y="0"/>
                  </a:lnTo>
                  <a:lnTo>
                    <a:pt x="942975" y="0"/>
                  </a:lnTo>
                  <a:lnTo>
                    <a:pt x="942975" y="624739"/>
                  </a:lnTo>
                  <a:lnTo>
                    <a:pt x="1257300" y="624739"/>
                  </a:lnTo>
                  <a:lnTo>
                    <a:pt x="628650" y="1249464"/>
                  </a:lnTo>
                  <a:close/>
                </a:path>
              </a:pathLst>
            </a:custGeom>
            <a:solidFill>
              <a:srgbClr val="7E7E7E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652977" y="8721585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104071" y="8722881"/>
            <a:ext cx="361950" cy="409575"/>
            <a:chOff x="1477131" y="11635058"/>
            <a:chExt cx="472542" cy="53700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-6" y="-3"/>
              <a:ext cx="472542" cy="537007"/>
            </a:xfrm>
            <a:custGeom>
              <a:avLst/>
              <a:gdLst/>
              <a:ahLst/>
              <a:cxnLst/>
              <a:rect r="r" b="b" t="t" l="l"/>
              <a:pathLst>
                <a:path h="537007" w="472542">
                  <a:moveTo>
                    <a:pt x="395414" y="287210"/>
                  </a:moveTo>
                  <a:lnTo>
                    <a:pt x="395414" y="438010"/>
                  </a:lnTo>
                  <a:lnTo>
                    <a:pt x="273977" y="438010"/>
                  </a:lnTo>
                  <a:lnTo>
                    <a:pt x="273977" y="257276"/>
                  </a:lnTo>
                  <a:lnTo>
                    <a:pt x="448945" y="257276"/>
                  </a:lnTo>
                  <a:lnTo>
                    <a:pt x="448945" y="48349"/>
                  </a:lnTo>
                  <a:lnTo>
                    <a:pt x="372973" y="48349"/>
                  </a:lnTo>
                  <a:lnTo>
                    <a:pt x="372973" y="191096"/>
                  </a:lnTo>
                  <a:lnTo>
                    <a:pt x="273977" y="191096"/>
                  </a:lnTo>
                  <a:lnTo>
                    <a:pt x="273977" y="0"/>
                  </a:lnTo>
                  <a:lnTo>
                    <a:pt x="198005" y="0"/>
                  </a:lnTo>
                  <a:lnTo>
                    <a:pt x="198005" y="191096"/>
                  </a:lnTo>
                  <a:lnTo>
                    <a:pt x="103035" y="191096"/>
                  </a:lnTo>
                  <a:lnTo>
                    <a:pt x="103035" y="48349"/>
                  </a:lnTo>
                  <a:lnTo>
                    <a:pt x="30505" y="48349"/>
                  </a:lnTo>
                  <a:lnTo>
                    <a:pt x="30505" y="257276"/>
                  </a:lnTo>
                  <a:lnTo>
                    <a:pt x="198005" y="257276"/>
                  </a:lnTo>
                  <a:lnTo>
                    <a:pt x="198005" y="438010"/>
                  </a:lnTo>
                  <a:lnTo>
                    <a:pt x="77127" y="438010"/>
                  </a:lnTo>
                  <a:lnTo>
                    <a:pt x="77127" y="287782"/>
                  </a:lnTo>
                  <a:lnTo>
                    <a:pt x="0" y="287782"/>
                  </a:lnTo>
                  <a:lnTo>
                    <a:pt x="0" y="505929"/>
                  </a:lnTo>
                  <a:lnTo>
                    <a:pt x="395414" y="505929"/>
                  </a:lnTo>
                  <a:lnTo>
                    <a:pt x="395414" y="537006"/>
                  </a:lnTo>
                  <a:lnTo>
                    <a:pt x="472541" y="537006"/>
                  </a:lnTo>
                  <a:lnTo>
                    <a:pt x="472541" y="287210"/>
                  </a:lnTo>
                  <a:lnTo>
                    <a:pt x="395414" y="28721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510770" y="8721157"/>
            <a:ext cx="419100" cy="409575"/>
          </a:xfrm>
          <a:custGeom>
            <a:avLst/>
            <a:gdLst/>
            <a:ahLst/>
            <a:cxnLst/>
            <a:rect r="r" b="b" t="t" l="l"/>
            <a:pathLst>
              <a:path h="409575" w="419100">
                <a:moveTo>
                  <a:pt x="0" y="0"/>
                </a:moveTo>
                <a:lnTo>
                  <a:pt x="419100" y="0"/>
                </a:lnTo>
                <a:lnTo>
                  <a:pt x="419100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946272" y="8723957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2386746" y="8725719"/>
            <a:ext cx="390525" cy="390525"/>
            <a:chOff x="3185116" y="11634482"/>
            <a:chExt cx="515125" cy="5203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" y="1"/>
              <a:ext cx="515125" cy="520306"/>
            </a:xfrm>
            <a:custGeom>
              <a:avLst/>
              <a:gdLst/>
              <a:ahLst/>
              <a:cxnLst/>
              <a:rect r="r" b="b" t="t" l="l"/>
              <a:pathLst>
                <a:path h="520306" w="515125">
                  <a:moveTo>
                    <a:pt x="294106" y="452971"/>
                  </a:moveTo>
                  <a:lnTo>
                    <a:pt x="294106" y="341884"/>
                  </a:lnTo>
                  <a:lnTo>
                    <a:pt x="459296" y="341884"/>
                  </a:lnTo>
                  <a:lnTo>
                    <a:pt x="459296" y="275692"/>
                  </a:lnTo>
                  <a:lnTo>
                    <a:pt x="294106" y="275692"/>
                  </a:lnTo>
                  <a:lnTo>
                    <a:pt x="294106" y="176123"/>
                  </a:lnTo>
                  <a:lnTo>
                    <a:pt x="486918" y="176123"/>
                  </a:lnTo>
                  <a:lnTo>
                    <a:pt x="486918" y="109359"/>
                  </a:lnTo>
                  <a:lnTo>
                    <a:pt x="304470" y="109359"/>
                  </a:lnTo>
                  <a:lnTo>
                    <a:pt x="334975" y="86906"/>
                  </a:lnTo>
                  <a:cubicBezTo>
                    <a:pt x="310794" y="60439"/>
                    <a:pt x="261303" y="23596"/>
                    <a:pt x="224460" y="0"/>
                  </a:cubicBezTo>
                  <a:lnTo>
                    <a:pt x="168059" y="39141"/>
                  </a:lnTo>
                  <a:cubicBezTo>
                    <a:pt x="195681" y="59283"/>
                    <a:pt x="230225" y="85763"/>
                    <a:pt x="254394" y="109359"/>
                  </a:cubicBezTo>
                  <a:lnTo>
                    <a:pt x="24168" y="109359"/>
                  </a:lnTo>
                  <a:lnTo>
                    <a:pt x="24168" y="176123"/>
                  </a:lnTo>
                  <a:lnTo>
                    <a:pt x="218707" y="176123"/>
                  </a:lnTo>
                  <a:lnTo>
                    <a:pt x="218707" y="275692"/>
                  </a:lnTo>
                  <a:lnTo>
                    <a:pt x="54673" y="275692"/>
                  </a:lnTo>
                  <a:lnTo>
                    <a:pt x="54673" y="341884"/>
                  </a:lnTo>
                  <a:lnTo>
                    <a:pt x="218707" y="341884"/>
                  </a:lnTo>
                  <a:lnTo>
                    <a:pt x="218707" y="452971"/>
                  </a:lnTo>
                  <a:lnTo>
                    <a:pt x="0" y="452971"/>
                  </a:lnTo>
                  <a:lnTo>
                    <a:pt x="0" y="520306"/>
                  </a:lnTo>
                  <a:lnTo>
                    <a:pt x="515125" y="520306"/>
                  </a:lnTo>
                  <a:lnTo>
                    <a:pt x="515125" y="452971"/>
                  </a:lnTo>
                  <a:lnTo>
                    <a:pt x="294106" y="45297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2802550" y="8742331"/>
            <a:ext cx="419100" cy="390525"/>
          </a:xfrm>
          <a:custGeom>
            <a:avLst/>
            <a:gdLst/>
            <a:ahLst/>
            <a:cxnLst/>
            <a:rect r="r" b="b" t="t" l="l"/>
            <a:pathLst>
              <a:path h="390525" w="419100">
                <a:moveTo>
                  <a:pt x="0" y="0"/>
                </a:moveTo>
                <a:lnTo>
                  <a:pt x="419100" y="0"/>
                </a:lnTo>
                <a:lnTo>
                  <a:pt x="419100" y="390525"/>
                </a:lnTo>
                <a:lnTo>
                  <a:pt x="0" y="390525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3373555" y="8861412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672459" y="8722881"/>
            <a:ext cx="409575" cy="409575"/>
            <a:chOff x="4897704" y="11635633"/>
            <a:chExt cx="543903" cy="5358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5"/>
              <a:ext cx="543903" cy="535851"/>
            </a:xfrm>
            <a:custGeom>
              <a:avLst/>
              <a:gdLst/>
              <a:ahLst/>
              <a:cxnLst/>
              <a:rect r="r" b="b" t="t" l="l"/>
              <a:pathLst>
                <a:path h="535851" w="543903">
                  <a:moveTo>
                    <a:pt x="225044" y="0"/>
                  </a:moveTo>
                  <a:cubicBezTo>
                    <a:pt x="222745" y="97270"/>
                    <a:pt x="233680" y="355117"/>
                    <a:pt x="0" y="480022"/>
                  </a:cubicBezTo>
                  <a:cubicBezTo>
                    <a:pt x="23025" y="495554"/>
                    <a:pt x="44894" y="517424"/>
                    <a:pt x="56985" y="535851"/>
                  </a:cubicBezTo>
                  <a:cubicBezTo>
                    <a:pt x="176695" y="465633"/>
                    <a:pt x="237134" y="361455"/>
                    <a:pt x="268783" y="260147"/>
                  </a:cubicBezTo>
                  <a:cubicBezTo>
                    <a:pt x="302171" y="359143"/>
                    <a:pt x="366052" y="471386"/>
                    <a:pt x="493840" y="532396"/>
                  </a:cubicBezTo>
                  <a:cubicBezTo>
                    <a:pt x="503047" y="512826"/>
                    <a:pt x="522618" y="489801"/>
                    <a:pt x="543903" y="473113"/>
                  </a:cubicBezTo>
                  <a:cubicBezTo>
                    <a:pt x="343040" y="384468"/>
                    <a:pt x="307924" y="167488"/>
                    <a:pt x="299872" y="89789"/>
                  </a:cubicBezTo>
                  <a:cubicBezTo>
                    <a:pt x="302171" y="55245"/>
                    <a:pt x="303327" y="24168"/>
                    <a:pt x="303898" y="0"/>
                  </a:cubicBezTo>
                  <a:lnTo>
                    <a:pt x="22504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4098874" y="8723309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668364" y="8861412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971155" y="8721814"/>
            <a:ext cx="400050" cy="400050"/>
          </a:xfrm>
          <a:custGeom>
            <a:avLst/>
            <a:gdLst/>
            <a:ahLst/>
            <a:cxnLst/>
            <a:rect r="r" b="b" t="t" l="l"/>
            <a:pathLst>
              <a:path h="400050" w="400050">
                <a:moveTo>
                  <a:pt x="0" y="0"/>
                </a:moveTo>
                <a:lnTo>
                  <a:pt x="400050" y="0"/>
                </a:lnTo>
                <a:lnTo>
                  <a:pt x="40005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395189" y="8723309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963164" y="8861412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257525" y="8723357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6692798" y="8723309"/>
            <a:ext cx="409575" cy="409575"/>
          </a:xfrm>
          <a:custGeom>
            <a:avLst/>
            <a:gdLst/>
            <a:ahLst/>
            <a:cxnLst/>
            <a:rect r="r" b="b" t="t" l="l"/>
            <a:pathLst>
              <a:path h="409575" w="409575">
                <a:moveTo>
                  <a:pt x="0" y="0"/>
                </a:moveTo>
                <a:lnTo>
                  <a:pt x="409575" y="0"/>
                </a:lnTo>
                <a:lnTo>
                  <a:pt x="40957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7128948" y="8723747"/>
            <a:ext cx="400050" cy="409575"/>
          </a:xfrm>
          <a:custGeom>
            <a:avLst/>
            <a:gdLst/>
            <a:ahLst/>
            <a:cxnLst/>
            <a:rect r="r" b="b" t="t" l="l"/>
            <a:pathLst>
              <a:path h="409575" w="400050">
                <a:moveTo>
                  <a:pt x="0" y="0"/>
                </a:moveTo>
                <a:lnTo>
                  <a:pt x="400050" y="0"/>
                </a:lnTo>
                <a:lnTo>
                  <a:pt x="400050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552096" y="8741474"/>
            <a:ext cx="419100" cy="390525"/>
          </a:xfrm>
          <a:custGeom>
            <a:avLst/>
            <a:gdLst/>
            <a:ahLst/>
            <a:cxnLst/>
            <a:rect r="r" b="b" t="t" l="l"/>
            <a:pathLst>
              <a:path h="390525" w="419100">
                <a:moveTo>
                  <a:pt x="0" y="0"/>
                </a:moveTo>
                <a:lnTo>
                  <a:pt x="419100" y="0"/>
                </a:lnTo>
                <a:lnTo>
                  <a:pt x="419100" y="390524"/>
                </a:lnTo>
                <a:lnTo>
                  <a:pt x="0" y="390524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3837975" y="7697105"/>
            <a:ext cx="942975" cy="942975"/>
            <a:chOff x="5117301" y="10266724"/>
            <a:chExt cx="1257300" cy="12494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-1" y="-6"/>
              <a:ext cx="1257300" cy="1249464"/>
            </a:xfrm>
            <a:custGeom>
              <a:avLst/>
              <a:gdLst/>
              <a:ahLst/>
              <a:cxnLst/>
              <a:rect r="r" b="b" t="t" l="l"/>
              <a:pathLst>
                <a:path h="1249464" w="1257300">
                  <a:moveTo>
                    <a:pt x="628650" y="1249464"/>
                  </a:moveTo>
                  <a:lnTo>
                    <a:pt x="0" y="624738"/>
                  </a:lnTo>
                  <a:lnTo>
                    <a:pt x="314325" y="624738"/>
                  </a:lnTo>
                  <a:lnTo>
                    <a:pt x="314325" y="0"/>
                  </a:lnTo>
                  <a:lnTo>
                    <a:pt x="942975" y="0"/>
                  </a:lnTo>
                  <a:lnTo>
                    <a:pt x="942975" y="624738"/>
                  </a:lnTo>
                  <a:lnTo>
                    <a:pt x="1257300" y="624738"/>
                  </a:lnTo>
                  <a:lnTo>
                    <a:pt x="628650" y="1249464"/>
                  </a:lnTo>
                  <a:close/>
                </a:path>
              </a:pathLst>
            </a:custGeom>
            <a:solidFill>
              <a:srgbClr val="7E7E7E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3835889" y="4201516"/>
            <a:ext cx="942975" cy="990600"/>
            <a:chOff x="5117301" y="5607215"/>
            <a:chExt cx="1251725" cy="131039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-1" y="0"/>
              <a:ext cx="1251724" cy="1310398"/>
            </a:xfrm>
            <a:custGeom>
              <a:avLst/>
              <a:gdLst/>
              <a:ahLst/>
              <a:cxnLst/>
              <a:rect r="r" b="b" t="t" l="l"/>
              <a:pathLst>
                <a:path h="1310398" w="1251724">
                  <a:moveTo>
                    <a:pt x="1251725" y="0"/>
                  </a:moveTo>
                  <a:lnTo>
                    <a:pt x="1251725" y="1310398"/>
                  </a:lnTo>
                  <a:lnTo>
                    <a:pt x="0" y="1310398"/>
                  </a:lnTo>
                  <a:lnTo>
                    <a:pt x="0" y="0"/>
                  </a:lnTo>
                  <a:lnTo>
                    <a:pt x="125172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3835889" y="5999664"/>
            <a:ext cx="942975" cy="990600"/>
            <a:chOff x="5117301" y="8004747"/>
            <a:chExt cx="1251725" cy="13103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-1" y="0"/>
              <a:ext cx="1251724" cy="1310399"/>
            </a:xfrm>
            <a:custGeom>
              <a:avLst/>
              <a:gdLst/>
              <a:ahLst/>
              <a:cxnLst/>
              <a:rect r="r" b="b" t="t" l="l"/>
              <a:pathLst>
                <a:path h="1310399" w="1251724">
                  <a:moveTo>
                    <a:pt x="1251725" y="0"/>
                  </a:moveTo>
                  <a:lnTo>
                    <a:pt x="1251725" y="1310399"/>
                  </a:lnTo>
                  <a:lnTo>
                    <a:pt x="0" y="1310399"/>
                  </a:lnTo>
                  <a:lnTo>
                    <a:pt x="0" y="0"/>
                  </a:lnTo>
                  <a:lnTo>
                    <a:pt x="125172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835889" y="7652194"/>
            <a:ext cx="942975" cy="990600"/>
            <a:chOff x="5117301" y="10208120"/>
            <a:chExt cx="1251725" cy="131039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-1" y="0"/>
              <a:ext cx="1251724" cy="1310398"/>
            </a:xfrm>
            <a:custGeom>
              <a:avLst/>
              <a:gdLst/>
              <a:ahLst/>
              <a:cxnLst/>
              <a:rect r="r" b="b" t="t" l="l"/>
              <a:pathLst>
                <a:path h="1310398" w="1251724">
                  <a:moveTo>
                    <a:pt x="1251725" y="0"/>
                  </a:moveTo>
                  <a:lnTo>
                    <a:pt x="1251725" y="1310398"/>
                  </a:lnTo>
                  <a:lnTo>
                    <a:pt x="0" y="1310398"/>
                  </a:lnTo>
                  <a:lnTo>
                    <a:pt x="0" y="0"/>
                  </a:lnTo>
                  <a:lnTo>
                    <a:pt x="125172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759019" y="2148526"/>
            <a:ext cx="4400550" cy="7277100"/>
            <a:chOff x="11680241" y="2870860"/>
            <a:chExt cx="5864288" cy="969049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1"/>
              <a:ext cx="5864288" cy="9690493"/>
            </a:xfrm>
            <a:custGeom>
              <a:avLst/>
              <a:gdLst/>
              <a:ahLst/>
              <a:cxnLst/>
              <a:rect r="r" b="b" t="t" l="l"/>
              <a:pathLst>
                <a:path h="9690493" w="5864288">
                  <a:moveTo>
                    <a:pt x="5864288" y="0"/>
                  </a:moveTo>
                  <a:lnTo>
                    <a:pt x="5864288" y="9690493"/>
                  </a:lnTo>
                  <a:lnTo>
                    <a:pt x="0" y="9690493"/>
                  </a:lnTo>
                  <a:lnTo>
                    <a:pt x="0" y="0"/>
                  </a:lnTo>
                  <a:lnTo>
                    <a:pt x="5864288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670484" y="3109960"/>
            <a:ext cx="504825" cy="857250"/>
            <a:chOff x="11564659" y="4151872"/>
            <a:chExt cx="665074" cy="11324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-1"/>
              <a:ext cx="665073" cy="1132484"/>
            </a:xfrm>
            <a:custGeom>
              <a:avLst/>
              <a:gdLst/>
              <a:ahLst/>
              <a:cxnLst/>
              <a:rect r="r" b="b" t="t" l="l"/>
              <a:pathLst>
                <a:path h="1132484" w="665073">
                  <a:moveTo>
                    <a:pt x="665073" y="0"/>
                  </a:moveTo>
                  <a:lnTo>
                    <a:pt x="665073" y="1132485"/>
                  </a:lnTo>
                  <a:lnTo>
                    <a:pt x="0" y="1132485"/>
                  </a:lnTo>
                  <a:lnTo>
                    <a:pt x="0" y="0"/>
                  </a:lnTo>
                  <a:lnTo>
                    <a:pt x="6650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6773525" y="7697619"/>
            <a:ext cx="971550" cy="1181100"/>
            <a:chOff x="22369357" y="10266800"/>
            <a:chExt cx="1286078" cy="156818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4" y="-5"/>
              <a:ext cx="1286080" cy="1568196"/>
            </a:xfrm>
            <a:custGeom>
              <a:avLst/>
              <a:gdLst/>
              <a:ahLst/>
              <a:cxnLst/>
              <a:rect r="r" b="b" t="t" l="l"/>
              <a:pathLst>
                <a:path h="1568196" w="1286080">
                  <a:moveTo>
                    <a:pt x="1286079" y="0"/>
                  </a:moveTo>
                  <a:lnTo>
                    <a:pt x="1286079" y="1568195"/>
                  </a:lnTo>
                  <a:lnTo>
                    <a:pt x="0" y="1568195"/>
                  </a:lnTo>
                  <a:lnTo>
                    <a:pt x="0" y="0"/>
                  </a:lnTo>
                  <a:lnTo>
                    <a:pt x="128607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294905" y="648881"/>
            <a:ext cx="6262611" cy="235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WHAT OUR ASSISTANCE DOES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193462" y="969435"/>
            <a:ext cx="1075734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589838" y="5322589"/>
            <a:ext cx="862193" cy="585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33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76200000" cy="4286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26416" y="4535481"/>
            <a:ext cx="5148072" cy="4404360"/>
          </a:xfrm>
          <a:custGeom>
            <a:avLst/>
            <a:gdLst/>
            <a:ahLst/>
            <a:cxnLst/>
            <a:rect r="r" b="b" t="t" l="l"/>
            <a:pathLst>
              <a:path h="4404360" w="5148072">
                <a:moveTo>
                  <a:pt x="0" y="0"/>
                </a:moveTo>
                <a:lnTo>
                  <a:pt x="5148072" y="0"/>
                </a:lnTo>
                <a:lnTo>
                  <a:pt x="5148072" y="4404360"/>
                </a:lnTo>
                <a:lnTo>
                  <a:pt x="0" y="4404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37" t="449" r="400" b="44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17750" y="4527252"/>
            <a:ext cx="5148072" cy="4383024"/>
          </a:xfrm>
          <a:custGeom>
            <a:avLst/>
            <a:gdLst/>
            <a:ahLst/>
            <a:cxnLst/>
            <a:rect r="r" b="b" t="t" l="l"/>
            <a:pathLst>
              <a:path h="4383024" w="5148072">
                <a:moveTo>
                  <a:pt x="0" y="0"/>
                </a:moveTo>
                <a:lnTo>
                  <a:pt x="5148072" y="0"/>
                </a:lnTo>
                <a:lnTo>
                  <a:pt x="5148072" y="4383024"/>
                </a:lnTo>
                <a:lnTo>
                  <a:pt x="0" y="4383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35" t="452" r="398" b="45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3533" y="4526118"/>
            <a:ext cx="5148072" cy="4404360"/>
          </a:xfrm>
          <a:custGeom>
            <a:avLst/>
            <a:gdLst/>
            <a:ahLst/>
            <a:cxnLst/>
            <a:rect r="r" b="b" t="t" l="l"/>
            <a:pathLst>
              <a:path h="4404360" w="5148072">
                <a:moveTo>
                  <a:pt x="0" y="0"/>
                </a:moveTo>
                <a:lnTo>
                  <a:pt x="5148072" y="0"/>
                </a:lnTo>
                <a:lnTo>
                  <a:pt x="5148072" y="4404360"/>
                </a:lnTo>
                <a:lnTo>
                  <a:pt x="0" y="44043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36" t="449" r="399" b="44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80721" y="1702127"/>
            <a:ext cx="237744" cy="155448"/>
            <a:chOff x="7840206" y="7093109"/>
            <a:chExt cx="982828" cy="6458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" y="6"/>
              <a:ext cx="982818" cy="645846"/>
            </a:xfrm>
            <a:custGeom>
              <a:avLst/>
              <a:gdLst/>
              <a:ahLst/>
              <a:cxnLst/>
              <a:rect r="r" b="b" t="t" l="l"/>
              <a:pathLst>
                <a:path h="645846" w="982818">
                  <a:moveTo>
                    <a:pt x="701236" y="8471"/>
                  </a:moveTo>
                  <a:cubicBezTo>
                    <a:pt x="627094" y="8471"/>
                    <a:pt x="556495" y="30760"/>
                    <a:pt x="496564" y="71705"/>
                  </a:cubicBezTo>
                  <a:cubicBezTo>
                    <a:pt x="434422" y="25845"/>
                    <a:pt x="360228" y="0"/>
                    <a:pt x="281577" y="0"/>
                  </a:cubicBezTo>
                  <a:cubicBezTo>
                    <a:pt x="184258" y="0"/>
                    <a:pt x="92766" y="37884"/>
                    <a:pt x="23984" y="106705"/>
                  </a:cubicBezTo>
                  <a:cubicBezTo>
                    <a:pt x="-7995" y="138684"/>
                    <a:pt x="-7995" y="190526"/>
                    <a:pt x="23984" y="222467"/>
                  </a:cubicBezTo>
                  <a:cubicBezTo>
                    <a:pt x="55949" y="254432"/>
                    <a:pt x="107829" y="254432"/>
                    <a:pt x="139731" y="222467"/>
                  </a:cubicBezTo>
                  <a:cubicBezTo>
                    <a:pt x="215499" y="146711"/>
                    <a:pt x="347566" y="146635"/>
                    <a:pt x="423386" y="222467"/>
                  </a:cubicBezTo>
                  <a:cubicBezTo>
                    <a:pt x="461270" y="260350"/>
                    <a:pt x="482136" y="310706"/>
                    <a:pt x="482136" y="364262"/>
                  </a:cubicBezTo>
                  <a:cubicBezTo>
                    <a:pt x="482136" y="417869"/>
                    <a:pt x="461270" y="468224"/>
                    <a:pt x="423386" y="506121"/>
                  </a:cubicBezTo>
                  <a:cubicBezTo>
                    <a:pt x="391407" y="538087"/>
                    <a:pt x="391407" y="589890"/>
                    <a:pt x="423386" y="621869"/>
                  </a:cubicBezTo>
                  <a:cubicBezTo>
                    <a:pt x="439362" y="637858"/>
                    <a:pt x="460318" y="645846"/>
                    <a:pt x="481260" y="645846"/>
                  </a:cubicBezTo>
                  <a:cubicBezTo>
                    <a:pt x="502202" y="645846"/>
                    <a:pt x="523144" y="637858"/>
                    <a:pt x="539134" y="621869"/>
                  </a:cubicBezTo>
                  <a:cubicBezTo>
                    <a:pt x="607955" y="553035"/>
                    <a:pt x="645839" y="461595"/>
                    <a:pt x="645839" y="364262"/>
                  </a:cubicBezTo>
                  <a:cubicBezTo>
                    <a:pt x="645839" y="305524"/>
                    <a:pt x="630497" y="249644"/>
                    <a:pt x="604412" y="198844"/>
                  </a:cubicBezTo>
                  <a:cubicBezTo>
                    <a:pt x="680345" y="158331"/>
                    <a:pt x="780662" y="168504"/>
                    <a:pt x="843095" y="230937"/>
                  </a:cubicBezTo>
                  <a:cubicBezTo>
                    <a:pt x="859072" y="246914"/>
                    <a:pt x="880027" y="254915"/>
                    <a:pt x="900969" y="254915"/>
                  </a:cubicBezTo>
                  <a:cubicBezTo>
                    <a:pt x="921912" y="254915"/>
                    <a:pt x="942854" y="246914"/>
                    <a:pt x="958843" y="230937"/>
                  </a:cubicBezTo>
                  <a:cubicBezTo>
                    <a:pt x="990809" y="198997"/>
                    <a:pt x="990809" y="147155"/>
                    <a:pt x="958843" y="115189"/>
                  </a:cubicBezTo>
                  <a:cubicBezTo>
                    <a:pt x="890060" y="46356"/>
                    <a:pt x="798569" y="8471"/>
                    <a:pt x="701236" y="847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81696" y="1181452"/>
            <a:ext cx="865632" cy="865632"/>
          </a:xfrm>
          <a:custGeom>
            <a:avLst/>
            <a:gdLst/>
            <a:ahLst/>
            <a:cxnLst/>
            <a:rect r="r" b="b" t="t" l="l"/>
            <a:pathLst>
              <a:path h="865632" w="865632">
                <a:moveTo>
                  <a:pt x="0" y="0"/>
                </a:moveTo>
                <a:lnTo>
                  <a:pt x="865632" y="0"/>
                </a:lnTo>
                <a:lnTo>
                  <a:pt x="865632" y="865632"/>
                </a:lnTo>
                <a:lnTo>
                  <a:pt x="0" y="8656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37602" y="1410814"/>
            <a:ext cx="170688" cy="225552"/>
            <a:chOff x="6409656" y="5884463"/>
            <a:chExt cx="705206" cy="927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" y="-1"/>
              <a:ext cx="705202" cy="927665"/>
            </a:xfrm>
            <a:custGeom>
              <a:avLst/>
              <a:gdLst/>
              <a:ahLst/>
              <a:cxnLst/>
              <a:rect r="r" b="b" t="t" l="l"/>
              <a:pathLst>
                <a:path h="927665" w="705202">
                  <a:moveTo>
                    <a:pt x="541500" y="845814"/>
                  </a:moveTo>
                  <a:cubicBezTo>
                    <a:pt x="541500" y="891026"/>
                    <a:pt x="578139" y="927666"/>
                    <a:pt x="623352" y="927666"/>
                  </a:cubicBezTo>
                  <a:cubicBezTo>
                    <a:pt x="668551" y="927666"/>
                    <a:pt x="705203" y="891026"/>
                    <a:pt x="705203" y="845814"/>
                  </a:cubicBezTo>
                  <a:cubicBezTo>
                    <a:pt x="705203" y="717608"/>
                    <a:pt x="638274" y="605187"/>
                    <a:pt x="537880" y="540239"/>
                  </a:cubicBezTo>
                  <a:cubicBezTo>
                    <a:pt x="538286" y="539833"/>
                    <a:pt x="538769" y="539579"/>
                    <a:pt x="539176" y="539173"/>
                  </a:cubicBezTo>
                  <a:cubicBezTo>
                    <a:pt x="681187" y="397123"/>
                    <a:pt x="681187" y="166034"/>
                    <a:pt x="539176" y="23984"/>
                  </a:cubicBezTo>
                  <a:cubicBezTo>
                    <a:pt x="507197" y="-7994"/>
                    <a:pt x="455394" y="-7994"/>
                    <a:pt x="423428" y="23984"/>
                  </a:cubicBezTo>
                  <a:cubicBezTo>
                    <a:pt x="391450" y="55912"/>
                    <a:pt x="391450" y="107754"/>
                    <a:pt x="423428" y="139732"/>
                  </a:cubicBezTo>
                  <a:cubicBezTo>
                    <a:pt x="501609" y="217952"/>
                    <a:pt x="501609" y="345205"/>
                    <a:pt x="423428" y="423425"/>
                  </a:cubicBezTo>
                  <a:cubicBezTo>
                    <a:pt x="345247" y="501606"/>
                    <a:pt x="217904" y="501606"/>
                    <a:pt x="139736" y="423425"/>
                  </a:cubicBezTo>
                  <a:cubicBezTo>
                    <a:pt x="107757" y="391446"/>
                    <a:pt x="55877" y="391446"/>
                    <a:pt x="23975" y="423425"/>
                  </a:cubicBezTo>
                  <a:cubicBezTo>
                    <a:pt x="-7991" y="455403"/>
                    <a:pt x="-7991" y="507245"/>
                    <a:pt x="23975" y="539173"/>
                  </a:cubicBezTo>
                  <a:cubicBezTo>
                    <a:pt x="95006" y="610191"/>
                    <a:pt x="188288" y="645688"/>
                    <a:pt x="281582" y="645688"/>
                  </a:cubicBezTo>
                  <a:cubicBezTo>
                    <a:pt x="295603" y="645688"/>
                    <a:pt x="309496" y="643287"/>
                    <a:pt x="323441" y="641687"/>
                  </a:cubicBezTo>
                  <a:cubicBezTo>
                    <a:pt x="329232" y="642995"/>
                    <a:pt x="334706" y="645218"/>
                    <a:pt x="340891" y="645218"/>
                  </a:cubicBezTo>
                  <a:cubicBezTo>
                    <a:pt x="451482" y="645218"/>
                    <a:pt x="541500" y="735222"/>
                    <a:pt x="541500" y="8458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28128" y="828008"/>
            <a:ext cx="1572768" cy="1572768"/>
          </a:xfrm>
          <a:custGeom>
            <a:avLst/>
            <a:gdLst/>
            <a:ahLst/>
            <a:cxnLst/>
            <a:rect r="r" b="b" t="t" l="l"/>
            <a:pathLst>
              <a:path h="1572768" w="1572768">
                <a:moveTo>
                  <a:pt x="0" y="0"/>
                </a:moveTo>
                <a:lnTo>
                  <a:pt x="1572768" y="0"/>
                </a:lnTo>
                <a:lnTo>
                  <a:pt x="1572768" y="1572768"/>
                </a:lnTo>
                <a:lnTo>
                  <a:pt x="0" y="15727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7843" y="827627"/>
            <a:ext cx="1569720" cy="1569720"/>
            <a:chOff x="4286250" y="3452056"/>
            <a:chExt cx="6533324" cy="65333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-5"/>
              <a:ext cx="6533326" cy="6533327"/>
            </a:xfrm>
            <a:custGeom>
              <a:avLst/>
              <a:gdLst/>
              <a:ahLst/>
              <a:cxnLst/>
              <a:rect r="r" b="b" t="t" l="l"/>
              <a:pathLst>
                <a:path h="6533327" w="6533326">
                  <a:moveTo>
                    <a:pt x="6533326" y="0"/>
                  </a:moveTo>
                  <a:lnTo>
                    <a:pt x="6533326" y="6533326"/>
                  </a:lnTo>
                  <a:lnTo>
                    <a:pt x="0" y="6533326"/>
                  </a:lnTo>
                  <a:lnTo>
                    <a:pt x="0" y="0"/>
                  </a:lnTo>
                  <a:lnTo>
                    <a:pt x="653332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4457" y="4497591"/>
            <a:ext cx="5233416" cy="4520184"/>
            <a:chOff x="4436189" y="18741430"/>
            <a:chExt cx="21803995" cy="188311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-3" y="-2"/>
              <a:ext cx="21803995" cy="18831165"/>
            </a:xfrm>
            <a:custGeom>
              <a:avLst/>
              <a:gdLst/>
              <a:ahLst/>
              <a:cxnLst/>
              <a:rect r="r" b="b" t="t" l="l"/>
              <a:pathLst>
                <a:path h="18831165" w="21803995">
                  <a:moveTo>
                    <a:pt x="21803995" y="0"/>
                  </a:moveTo>
                  <a:lnTo>
                    <a:pt x="21803995" y="18831166"/>
                  </a:lnTo>
                  <a:lnTo>
                    <a:pt x="0" y="18831166"/>
                  </a:lnTo>
                  <a:lnTo>
                    <a:pt x="0" y="0"/>
                  </a:lnTo>
                  <a:lnTo>
                    <a:pt x="2180399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27292" y="4506849"/>
            <a:ext cx="5233416" cy="4511040"/>
            <a:chOff x="27198003" y="18780482"/>
            <a:chExt cx="21803995" cy="187921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-1" y="-2"/>
              <a:ext cx="21803997" cy="18792114"/>
            </a:xfrm>
            <a:custGeom>
              <a:avLst/>
              <a:gdLst/>
              <a:ahLst/>
              <a:cxnLst/>
              <a:rect r="r" b="b" t="t" l="l"/>
              <a:pathLst>
                <a:path h="18792114" w="21803997">
                  <a:moveTo>
                    <a:pt x="21803997" y="0"/>
                  </a:moveTo>
                  <a:lnTo>
                    <a:pt x="21803997" y="18792114"/>
                  </a:lnTo>
                  <a:lnTo>
                    <a:pt x="0" y="18792114"/>
                  </a:lnTo>
                  <a:lnTo>
                    <a:pt x="0" y="0"/>
                  </a:lnTo>
                  <a:lnTo>
                    <a:pt x="218039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018693" y="4496743"/>
            <a:ext cx="5233416" cy="4501896"/>
            <a:chOff x="50078841" y="18741427"/>
            <a:chExt cx="21803995" cy="187478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" y="1"/>
              <a:ext cx="21803993" cy="18747893"/>
            </a:xfrm>
            <a:custGeom>
              <a:avLst/>
              <a:gdLst/>
              <a:ahLst/>
              <a:cxnLst/>
              <a:rect r="r" b="b" t="t" l="l"/>
              <a:pathLst>
                <a:path h="18747893" w="21803993">
                  <a:moveTo>
                    <a:pt x="21803993" y="0"/>
                  </a:moveTo>
                  <a:lnTo>
                    <a:pt x="21803993" y="18747893"/>
                  </a:lnTo>
                  <a:lnTo>
                    <a:pt x="0" y="18747893"/>
                  </a:lnTo>
                  <a:lnTo>
                    <a:pt x="0" y="0"/>
                  </a:lnTo>
                  <a:lnTo>
                    <a:pt x="2180399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181612" y="5937790"/>
            <a:ext cx="2565568" cy="85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LLM</a:t>
            </a: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qwen3-4B</a:t>
            </a:r>
          </a:p>
          <a:p>
            <a:pPr algn="l">
              <a:lnSpc>
                <a:spcPts val="3451"/>
              </a:lnSpc>
            </a:pP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98918" y="6814090"/>
            <a:ext cx="1136666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Instruct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81612" y="7690390"/>
            <a:ext cx="3515030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ASR</a:t>
            </a: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FunASR(Whisper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59917" y="6059634"/>
            <a:ext cx="431587" cy="457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68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49894" y="6288967"/>
            <a:ext cx="3059230" cy="41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Raspberry Pi 5 16GB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7344" y="6727117"/>
            <a:ext cx="2912859" cy="41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ebcam Microphone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49894" y="7165267"/>
            <a:ext cx="3311119" cy="41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Bluetooth Transceiver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00870" y="2205799"/>
            <a:ext cx="6003874" cy="142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WHAT INCLUDED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88842" y="969435"/>
            <a:ext cx="1080354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786634" y="686242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02503" y="6860438"/>
            <a:ext cx="501653" cy="520703"/>
          </a:xfrm>
          <a:custGeom>
            <a:avLst/>
            <a:gdLst/>
            <a:ahLst/>
            <a:cxnLst/>
            <a:rect r="r" b="b" t="t" l="l"/>
            <a:pathLst>
              <a:path h="520703" w="501653">
                <a:moveTo>
                  <a:pt x="0" y="0"/>
                </a:moveTo>
                <a:lnTo>
                  <a:pt x="501653" y="0"/>
                </a:lnTo>
                <a:lnTo>
                  <a:pt x="501653" y="520704"/>
                </a:lnTo>
                <a:lnTo>
                  <a:pt x="0" y="520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02503" y="6878298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02503" y="6878298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86634" y="6862420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45382" y="6954717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31075" y="695146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04338" y="6961060"/>
            <a:ext cx="260347" cy="241297"/>
          </a:xfrm>
          <a:custGeom>
            <a:avLst/>
            <a:gdLst/>
            <a:ahLst/>
            <a:cxnLst/>
            <a:rect r="r" b="b" t="t" l="l"/>
            <a:pathLst>
              <a:path h="241297" w="260347">
                <a:moveTo>
                  <a:pt x="0" y="0"/>
                </a:moveTo>
                <a:lnTo>
                  <a:pt x="260347" y="0"/>
                </a:lnTo>
                <a:lnTo>
                  <a:pt x="2603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87697" y="6951259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62322" y="6951678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38775" y="6953212"/>
            <a:ext cx="266700" cy="260347"/>
          </a:xfrm>
          <a:custGeom>
            <a:avLst/>
            <a:gdLst/>
            <a:ahLst/>
            <a:cxnLst/>
            <a:rect r="r" b="b" t="t" l="l"/>
            <a:pathLst>
              <a:path h="260347" w="266700">
                <a:moveTo>
                  <a:pt x="0" y="0"/>
                </a:moveTo>
                <a:lnTo>
                  <a:pt x="266700" y="0"/>
                </a:lnTo>
                <a:lnTo>
                  <a:pt x="26670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423344" y="6951678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4" y="0"/>
                </a:lnTo>
                <a:lnTo>
                  <a:pt x="254004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696340" y="6962499"/>
            <a:ext cx="266700" cy="247650"/>
          </a:xfrm>
          <a:custGeom>
            <a:avLst/>
            <a:gdLst/>
            <a:ahLst/>
            <a:cxnLst/>
            <a:rect r="r" b="b" t="t" l="l"/>
            <a:pathLst>
              <a:path h="247650" w="266700">
                <a:moveTo>
                  <a:pt x="0" y="0"/>
                </a:moveTo>
                <a:lnTo>
                  <a:pt x="266700" y="0"/>
                </a:lnTo>
                <a:lnTo>
                  <a:pt x="2667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77318" y="695140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358128" y="7036918"/>
            <a:ext cx="57150" cy="101603"/>
            <a:chOff x="28718942" y="14079926"/>
            <a:chExt cx="108915" cy="1910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5"/>
              <a:ext cx="108914" cy="191021"/>
            </a:xfrm>
            <a:custGeom>
              <a:avLst/>
              <a:gdLst/>
              <a:ahLst/>
              <a:cxnLst/>
              <a:rect r="r" b="b" t="t" l="l"/>
              <a:pathLst>
                <a:path h="191021" w="108914">
                  <a:moveTo>
                    <a:pt x="12294" y="191021"/>
                  </a:moveTo>
                  <a:cubicBezTo>
                    <a:pt x="70941" y="170345"/>
                    <a:pt x="108914" y="124549"/>
                    <a:pt x="108914" y="64224"/>
                  </a:cubicBezTo>
                  <a:cubicBezTo>
                    <a:pt x="108914" y="25134"/>
                    <a:pt x="92152" y="0"/>
                    <a:pt x="61444" y="0"/>
                  </a:cubicBezTo>
                  <a:cubicBezTo>
                    <a:pt x="38531" y="0"/>
                    <a:pt x="19000" y="13957"/>
                    <a:pt x="19000" y="40209"/>
                  </a:cubicBezTo>
                  <a:cubicBezTo>
                    <a:pt x="19000" y="66460"/>
                    <a:pt x="37973" y="79870"/>
                    <a:pt x="60883" y="79870"/>
                  </a:cubicBezTo>
                  <a:cubicBezTo>
                    <a:pt x="64238" y="79870"/>
                    <a:pt x="67031" y="79870"/>
                    <a:pt x="70383" y="79312"/>
                  </a:cubicBezTo>
                  <a:cubicBezTo>
                    <a:pt x="67589" y="117284"/>
                    <a:pt x="43002" y="143536"/>
                    <a:pt x="0" y="161417"/>
                  </a:cubicBezTo>
                  <a:lnTo>
                    <a:pt x="12294" y="1910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4535026" y="6951536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814375" y="6952097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094972" y="695182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374169" y="695000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655614" y="6950983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934534" y="6952659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217198" y="6951259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4" y="0"/>
                </a:lnTo>
                <a:lnTo>
                  <a:pt x="254004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493919" y="6950983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768410" y="6952374"/>
            <a:ext cx="266700" cy="260347"/>
          </a:xfrm>
          <a:custGeom>
            <a:avLst/>
            <a:gdLst/>
            <a:ahLst/>
            <a:cxnLst/>
            <a:rect r="r" b="b" t="t" l="l"/>
            <a:pathLst>
              <a:path h="260347" w="266700">
                <a:moveTo>
                  <a:pt x="0" y="0"/>
                </a:moveTo>
                <a:lnTo>
                  <a:pt x="266700" y="0"/>
                </a:lnTo>
                <a:lnTo>
                  <a:pt x="26670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745097" y="734346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021788" y="7342203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304204" y="7356719"/>
            <a:ext cx="260347" cy="234953"/>
          </a:xfrm>
          <a:custGeom>
            <a:avLst/>
            <a:gdLst/>
            <a:ahLst/>
            <a:cxnLst/>
            <a:rect r="r" b="b" t="t" l="l"/>
            <a:pathLst>
              <a:path h="234953" w="260347">
                <a:moveTo>
                  <a:pt x="0" y="0"/>
                </a:moveTo>
                <a:lnTo>
                  <a:pt x="260347" y="0"/>
                </a:lnTo>
                <a:lnTo>
                  <a:pt x="260347" y="234954"/>
                </a:lnTo>
                <a:lnTo>
                  <a:pt x="0" y="234954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588535" y="7341784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866761" y="7341784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151329" y="7341641"/>
            <a:ext cx="241297" cy="260347"/>
          </a:xfrm>
          <a:custGeom>
            <a:avLst/>
            <a:gdLst/>
            <a:ahLst/>
            <a:cxnLst/>
            <a:rect r="r" b="b" t="t" l="l"/>
            <a:pathLst>
              <a:path h="260347" w="241297">
                <a:moveTo>
                  <a:pt x="0" y="0"/>
                </a:moveTo>
                <a:lnTo>
                  <a:pt x="241297" y="0"/>
                </a:lnTo>
                <a:lnTo>
                  <a:pt x="24129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434870" y="7342480"/>
            <a:ext cx="241297" cy="260347"/>
          </a:xfrm>
          <a:custGeom>
            <a:avLst/>
            <a:gdLst/>
            <a:ahLst/>
            <a:cxnLst/>
            <a:rect r="r" b="b" t="t" l="l"/>
            <a:pathLst>
              <a:path h="260347" w="241297">
                <a:moveTo>
                  <a:pt x="0" y="0"/>
                </a:moveTo>
                <a:lnTo>
                  <a:pt x="241296" y="0"/>
                </a:lnTo>
                <a:lnTo>
                  <a:pt x="241296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3701751" y="7341784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786634" y="5148139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802503" y="5146157"/>
            <a:ext cx="501653" cy="520703"/>
          </a:xfrm>
          <a:custGeom>
            <a:avLst/>
            <a:gdLst/>
            <a:ahLst/>
            <a:cxnLst/>
            <a:rect r="r" b="b" t="t" l="l"/>
            <a:pathLst>
              <a:path h="520703" w="501653">
                <a:moveTo>
                  <a:pt x="0" y="0"/>
                </a:moveTo>
                <a:lnTo>
                  <a:pt x="501653" y="0"/>
                </a:lnTo>
                <a:lnTo>
                  <a:pt x="501653" y="520704"/>
                </a:lnTo>
                <a:lnTo>
                  <a:pt x="0" y="5207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0802503" y="5164017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802503" y="5164017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786634" y="5148139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744544" y="5237950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022769" y="523753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302804" y="5237388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585182" y="5239769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2863446" y="5238369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3145129" y="5238083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3416439" y="5237950"/>
            <a:ext cx="266700" cy="260347"/>
          </a:xfrm>
          <a:custGeom>
            <a:avLst/>
            <a:gdLst/>
            <a:ahLst/>
            <a:cxnLst/>
            <a:rect r="r" b="b" t="t" l="l"/>
            <a:pathLst>
              <a:path h="260347" w="266700">
                <a:moveTo>
                  <a:pt x="0" y="0"/>
                </a:moveTo>
                <a:lnTo>
                  <a:pt x="266700" y="0"/>
                </a:lnTo>
                <a:lnTo>
                  <a:pt x="26670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698407" y="523850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3982214" y="5237664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4261659" y="5241122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571526" y="5237388"/>
            <a:ext cx="196853" cy="260347"/>
          </a:xfrm>
          <a:custGeom>
            <a:avLst/>
            <a:gdLst/>
            <a:ahLst/>
            <a:cxnLst/>
            <a:rect r="r" b="b" t="t" l="l"/>
            <a:pathLst>
              <a:path h="260347" w="196853">
                <a:moveTo>
                  <a:pt x="0" y="0"/>
                </a:moveTo>
                <a:lnTo>
                  <a:pt x="196853" y="0"/>
                </a:lnTo>
                <a:lnTo>
                  <a:pt x="19685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4821310" y="5238464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5096649" y="5237245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376960" y="5237664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5653661" y="523711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5933410" y="5237950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99"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6312544" y="5322627"/>
            <a:ext cx="57150" cy="101603"/>
            <a:chOff x="32627773" y="10651345"/>
            <a:chExt cx="108915" cy="1910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5"/>
              <a:ext cx="108914" cy="191020"/>
            </a:xfrm>
            <a:custGeom>
              <a:avLst/>
              <a:gdLst/>
              <a:ahLst/>
              <a:cxnLst/>
              <a:rect r="r" b="b" t="t" l="l"/>
              <a:pathLst>
                <a:path h="191020" w="108914">
                  <a:moveTo>
                    <a:pt x="12293" y="191021"/>
                  </a:moveTo>
                  <a:cubicBezTo>
                    <a:pt x="70941" y="170345"/>
                    <a:pt x="108914" y="124549"/>
                    <a:pt x="108914" y="64224"/>
                  </a:cubicBezTo>
                  <a:cubicBezTo>
                    <a:pt x="108914" y="25134"/>
                    <a:pt x="92177" y="0"/>
                    <a:pt x="61444" y="0"/>
                  </a:cubicBezTo>
                  <a:cubicBezTo>
                    <a:pt x="38558" y="0"/>
                    <a:pt x="19000" y="13958"/>
                    <a:pt x="19000" y="40208"/>
                  </a:cubicBezTo>
                  <a:cubicBezTo>
                    <a:pt x="19000" y="66459"/>
                    <a:pt x="37997" y="79871"/>
                    <a:pt x="60883" y="79871"/>
                  </a:cubicBezTo>
                  <a:cubicBezTo>
                    <a:pt x="64238" y="79871"/>
                    <a:pt x="67031" y="79871"/>
                    <a:pt x="70383" y="79312"/>
                  </a:cubicBezTo>
                  <a:cubicBezTo>
                    <a:pt x="67589" y="117285"/>
                    <a:pt x="43002" y="143536"/>
                    <a:pt x="0" y="161417"/>
                  </a:cubicBezTo>
                  <a:lnTo>
                    <a:pt x="12293" y="1910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6491956" y="5240007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6770467" y="5238226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03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1758155" y="5628332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05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2025284" y="5628608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07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2307100" y="5627075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583792" y="5639572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2877124" y="5628046"/>
            <a:ext cx="234953" cy="254003"/>
          </a:xfrm>
          <a:custGeom>
            <a:avLst/>
            <a:gdLst/>
            <a:ahLst/>
            <a:cxnLst/>
            <a:rect r="r" b="b" t="t" l="l"/>
            <a:pathLst>
              <a:path h="254003" w="234953">
                <a:moveTo>
                  <a:pt x="0" y="0"/>
                </a:moveTo>
                <a:lnTo>
                  <a:pt x="234953" y="0"/>
                </a:lnTo>
                <a:lnTo>
                  <a:pt x="2349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138880" y="5628189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3421116" y="5633180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17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3701189" y="5627218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3980119" y="5628894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4258896" y="5626094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4537122" y="562794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4817023" y="5627322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096230" y="5642429"/>
            <a:ext cx="260347" cy="234953"/>
          </a:xfrm>
          <a:custGeom>
            <a:avLst/>
            <a:gdLst/>
            <a:ahLst/>
            <a:cxnLst/>
            <a:rect r="r" b="b" t="t" l="l"/>
            <a:pathLst>
              <a:path h="234953" w="260347">
                <a:moveTo>
                  <a:pt x="0" y="0"/>
                </a:moveTo>
                <a:lnTo>
                  <a:pt x="260346" y="0"/>
                </a:lnTo>
                <a:lnTo>
                  <a:pt x="260346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29"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5375284" y="5640410"/>
            <a:ext cx="260347" cy="247650"/>
          </a:xfrm>
          <a:custGeom>
            <a:avLst/>
            <a:gdLst/>
            <a:ahLst/>
            <a:cxnLst/>
            <a:rect r="r" b="b" t="t" l="l"/>
            <a:pathLst>
              <a:path h="247650" w="260347">
                <a:moveTo>
                  <a:pt x="0" y="0"/>
                </a:moveTo>
                <a:lnTo>
                  <a:pt x="260346" y="0"/>
                </a:lnTo>
                <a:lnTo>
                  <a:pt x="26034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1">
              <a:extLst>
                <a:ext uri="{96DAC541-7B7A-43D3-8B79-37D633B846F1}">
                  <asvg:svgBlip xmlns:asvg="http://schemas.microsoft.com/office/drawing/2016/SVG/main" r:embed="rId1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9367495" y="3029226"/>
            <a:ext cx="254003" cy="260347"/>
            <a:chOff x="18741304" y="6063902"/>
            <a:chExt cx="495376" cy="50980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-3" y="5"/>
              <a:ext cx="495376" cy="509803"/>
            </a:xfrm>
            <a:custGeom>
              <a:avLst/>
              <a:gdLst/>
              <a:ahLst/>
              <a:cxnLst/>
              <a:rect r="r" b="b" t="t" l="l"/>
              <a:pathLst>
                <a:path h="509803" w="495376">
                  <a:moveTo>
                    <a:pt x="495376" y="125362"/>
                  </a:moveTo>
                  <a:lnTo>
                    <a:pt x="495376" y="84874"/>
                  </a:lnTo>
                  <a:lnTo>
                    <a:pt x="275146" y="84874"/>
                  </a:lnTo>
                  <a:lnTo>
                    <a:pt x="282360" y="82093"/>
                  </a:lnTo>
                  <a:cubicBezTo>
                    <a:pt x="274599" y="60465"/>
                    <a:pt x="255740" y="25514"/>
                    <a:pt x="239091" y="0"/>
                  </a:cubicBezTo>
                  <a:lnTo>
                    <a:pt x="199708" y="12205"/>
                  </a:lnTo>
                  <a:cubicBezTo>
                    <a:pt x="212471" y="34392"/>
                    <a:pt x="227445" y="63233"/>
                    <a:pt x="236322" y="84874"/>
                  </a:cubicBezTo>
                  <a:lnTo>
                    <a:pt x="0" y="84874"/>
                  </a:lnTo>
                  <a:lnTo>
                    <a:pt x="0" y="125362"/>
                  </a:lnTo>
                  <a:lnTo>
                    <a:pt x="224677" y="125362"/>
                  </a:lnTo>
                  <a:lnTo>
                    <a:pt x="224677" y="200254"/>
                  </a:lnTo>
                  <a:lnTo>
                    <a:pt x="53811" y="200254"/>
                  </a:lnTo>
                  <a:lnTo>
                    <a:pt x="53811" y="446558"/>
                  </a:lnTo>
                  <a:lnTo>
                    <a:pt x="94857" y="446558"/>
                  </a:lnTo>
                  <a:lnTo>
                    <a:pt x="94857" y="240754"/>
                  </a:lnTo>
                  <a:lnTo>
                    <a:pt x="224677" y="240754"/>
                  </a:lnTo>
                  <a:lnTo>
                    <a:pt x="224677" y="509803"/>
                  </a:lnTo>
                  <a:lnTo>
                    <a:pt x="266282" y="509803"/>
                  </a:lnTo>
                  <a:lnTo>
                    <a:pt x="266282" y="240754"/>
                  </a:lnTo>
                  <a:lnTo>
                    <a:pt x="404407" y="240754"/>
                  </a:lnTo>
                  <a:lnTo>
                    <a:pt x="404407" y="393852"/>
                  </a:lnTo>
                  <a:cubicBezTo>
                    <a:pt x="404407" y="401625"/>
                    <a:pt x="401638" y="403847"/>
                    <a:pt x="391643" y="404952"/>
                  </a:cubicBezTo>
                  <a:cubicBezTo>
                    <a:pt x="382219" y="404952"/>
                    <a:pt x="348933" y="404952"/>
                    <a:pt x="311214" y="403847"/>
                  </a:cubicBezTo>
                  <a:cubicBezTo>
                    <a:pt x="316752" y="415493"/>
                    <a:pt x="323965" y="432130"/>
                    <a:pt x="325629" y="444894"/>
                  </a:cubicBezTo>
                  <a:cubicBezTo>
                    <a:pt x="372784" y="444894"/>
                    <a:pt x="403847" y="444335"/>
                    <a:pt x="422708" y="437680"/>
                  </a:cubicBezTo>
                  <a:cubicBezTo>
                    <a:pt x="440462" y="430467"/>
                    <a:pt x="446012" y="418262"/>
                    <a:pt x="446012" y="394411"/>
                  </a:cubicBezTo>
                  <a:lnTo>
                    <a:pt x="446012" y="200254"/>
                  </a:lnTo>
                  <a:lnTo>
                    <a:pt x="266282" y="200254"/>
                  </a:lnTo>
                  <a:lnTo>
                    <a:pt x="266282" y="125362"/>
                  </a:lnTo>
                  <a:lnTo>
                    <a:pt x="495376" y="12536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0" id="80"/>
          <p:cNvSpPr/>
          <p:nvPr/>
        </p:nvSpPr>
        <p:spPr>
          <a:xfrm flipH="false" flipV="false" rot="0">
            <a:off x="9648215" y="3052467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33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9925212" y="3035560"/>
            <a:ext cx="247650" cy="241297"/>
            <a:chOff x="19850931" y="6076660"/>
            <a:chExt cx="494271" cy="47152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-6" y="-3"/>
              <a:ext cx="494272" cy="471525"/>
            </a:xfrm>
            <a:custGeom>
              <a:avLst/>
              <a:gdLst/>
              <a:ahLst/>
              <a:cxnLst/>
              <a:rect r="r" b="b" t="t" l="l"/>
              <a:pathLst>
                <a:path h="471525" w="494272">
                  <a:moveTo>
                    <a:pt x="250191" y="430479"/>
                  </a:moveTo>
                  <a:lnTo>
                    <a:pt x="250191" y="210808"/>
                  </a:lnTo>
                  <a:lnTo>
                    <a:pt x="456554" y="210808"/>
                  </a:lnTo>
                  <a:lnTo>
                    <a:pt x="456554" y="169749"/>
                  </a:lnTo>
                  <a:lnTo>
                    <a:pt x="250191" y="169749"/>
                  </a:lnTo>
                  <a:lnTo>
                    <a:pt x="250191" y="0"/>
                  </a:lnTo>
                  <a:lnTo>
                    <a:pt x="206922" y="0"/>
                  </a:lnTo>
                  <a:lnTo>
                    <a:pt x="206922" y="430479"/>
                  </a:lnTo>
                  <a:lnTo>
                    <a:pt x="0" y="430479"/>
                  </a:lnTo>
                  <a:lnTo>
                    <a:pt x="0" y="471526"/>
                  </a:lnTo>
                  <a:lnTo>
                    <a:pt x="494272" y="471526"/>
                  </a:lnTo>
                  <a:lnTo>
                    <a:pt x="494272" y="430479"/>
                  </a:lnTo>
                  <a:lnTo>
                    <a:pt x="250191" y="43047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3" id="83"/>
          <p:cNvSpPr/>
          <p:nvPr/>
        </p:nvSpPr>
        <p:spPr>
          <a:xfrm flipH="false" flipV="false" rot="0">
            <a:off x="10194598" y="3030617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10478510" y="3038075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10757430" y="3032265"/>
            <a:ext cx="247650" cy="254003"/>
            <a:chOff x="21515090" y="6067786"/>
            <a:chExt cx="494830" cy="50148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6" y="-5"/>
              <a:ext cx="494816" cy="501485"/>
            </a:xfrm>
            <a:custGeom>
              <a:avLst/>
              <a:gdLst/>
              <a:ahLst/>
              <a:cxnLst/>
              <a:rect r="r" b="b" t="t" l="l"/>
              <a:pathLst>
                <a:path h="501485" w="494816">
                  <a:moveTo>
                    <a:pt x="494816" y="273494"/>
                  </a:moveTo>
                  <a:lnTo>
                    <a:pt x="494816" y="232435"/>
                  </a:lnTo>
                  <a:lnTo>
                    <a:pt x="267373" y="232435"/>
                  </a:lnTo>
                  <a:lnTo>
                    <a:pt x="267373" y="127597"/>
                  </a:lnTo>
                  <a:lnTo>
                    <a:pt x="453770" y="127597"/>
                  </a:lnTo>
                  <a:lnTo>
                    <a:pt x="453770" y="87096"/>
                  </a:lnTo>
                  <a:lnTo>
                    <a:pt x="267373" y="87096"/>
                  </a:lnTo>
                  <a:lnTo>
                    <a:pt x="267373" y="0"/>
                  </a:lnTo>
                  <a:lnTo>
                    <a:pt x="224662" y="0"/>
                  </a:lnTo>
                  <a:lnTo>
                    <a:pt x="224662" y="87096"/>
                  </a:lnTo>
                  <a:lnTo>
                    <a:pt x="43268" y="87096"/>
                  </a:lnTo>
                  <a:lnTo>
                    <a:pt x="43268" y="127597"/>
                  </a:lnTo>
                  <a:lnTo>
                    <a:pt x="224662" y="127597"/>
                  </a:lnTo>
                  <a:lnTo>
                    <a:pt x="224662" y="232435"/>
                  </a:lnTo>
                  <a:lnTo>
                    <a:pt x="0" y="232435"/>
                  </a:lnTo>
                  <a:lnTo>
                    <a:pt x="0" y="273494"/>
                  </a:lnTo>
                  <a:lnTo>
                    <a:pt x="174738" y="273494"/>
                  </a:lnTo>
                  <a:cubicBezTo>
                    <a:pt x="139228" y="336169"/>
                    <a:pt x="93191" y="395529"/>
                    <a:pt x="77660" y="411620"/>
                  </a:cubicBezTo>
                  <a:cubicBezTo>
                    <a:pt x="61568" y="431038"/>
                    <a:pt x="48818" y="444347"/>
                    <a:pt x="37159" y="447116"/>
                  </a:cubicBezTo>
                  <a:cubicBezTo>
                    <a:pt x="42709" y="457657"/>
                    <a:pt x="48818" y="478739"/>
                    <a:pt x="51028" y="487616"/>
                  </a:cubicBezTo>
                  <a:cubicBezTo>
                    <a:pt x="72668" y="479298"/>
                    <a:pt x="103173" y="477076"/>
                    <a:pt x="403288" y="453225"/>
                  </a:cubicBezTo>
                  <a:cubicBezTo>
                    <a:pt x="414387" y="470979"/>
                    <a:pt x="423265" y="487058"/>
                    <a:pt x="430465" y="501485"/>
                  </a:cubicBezTo>
                  <a:lnTo>
                    <a:pt x="469861" y="479857"/>
                  </a:lnTo>
                  <a:cubicBezTo>
                    <a:pt x="444334" y="431584"/>
                    <a:pt x="390525" y="358369"/>
                    <a:pt x="340601" y="304000"/>
                  </a:cubicBezTo>
                  <a:lnTo>
                    <a:pt x="304545" y="320637"/>
                  </a:lnTo>
                  <a:cubicBezTo>
                    <a:pt x="329513" y="349491"/>
                    <a:pt x="356133" y="383883"/>
                    <a:pt x="379437" y="417170"/>
                  </a:cubicBezTo>
                  <a:lnTo>
                    <a:pt x="105396" y="436588"/>
                  </a:lnTo>
                  <a:cubicBezTo>
                    <a:pt x="147002" y="391096"/>
                    <a:pt x="189165" y="333400"/>
                    <a:pt x="226325" y="273494"/>
                  </a:cubicBezTo>
                  <a:lnTo>
                    <a:pt x="494816" y="27349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7" id="87"/>
          <p:cNvSpPr/>
          <p:nvPr/>
        </p:nvSpPr>
        <p:spPr>
          <a:xfrm flipH="false" flipV="false" rot="0">
            <a:off x="11046704" y="3033512"/>
            <a:ext cx="222247" cy="254003"/>
          </a:xfrm>
          <a:custGeom>
            <a:avLst/>
            <a:gdLst/>
            <a:ahLst/>
            <a:cxnLst/>
            <a:rect r="r" b="b" t="t" l="l"/>
            <a:pathLst>
              <a:path h="254003" w="222247">
                <a:moveTo>
                  <a:pt x="0" y="0"/>
                </a:moveTo>
                <a:lnTo>
                  <a:pt x="222247" y="0"/>
                </a:lnTo>
                <a:lnTo>
                  <a:pt x="222247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1309623" y="3042218"/>
            <a:ext cx="254003" cy="241297"/>
          </a:xfrm>
          <a:custGeom>
            <a:avLst/>
            <a:gdLst/>
            <a:ahLst/>
            <a:cxnLst/>
            <a:rect r="r" b="b" t="t" l="l"/>
            <a:pathLst>
              <a:path h="241297" w="254003">
                <a:moveTo>
                  <a:pt x="0" y="0"/>
                </a:moveTo>
                <a:lnTo>
                  <a:pt x="254003" y="0"/>
                </a:lnTo>
                <a:lnTo>
                  <a:pt x="254003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1582448" y="3034208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1874370" y="3030636"/>
            <a:ext cx="234953" cy="254003"/>
          </a:xfrm>
          <a:custGeom>
            <a:avLst/>
            <a:gdLst/>
            <a:ahLst/>
            <a:cxnLst/>
            <a:rect r="r" b="b" t="t" l="l"/>
            <a:pathLst>
              <a:path h="254003" w="234953">
                <a:moveTo>
                  <a:pt x="0" y="0"/>
                </a:moveTo>
                <a:lnTo>
                  <a:pt x="234953" y="0"/>
                </a:lnTo>
                <a:lnTo>
                  <a:pt x="2349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2138108" y="3032960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6" y="0"/>
                </a:lnTo>
                <a:lnTo>
                  <a:pt x="260346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2415104" y="3031446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49">
              <a:extLst>
                <a:ext uri="{96DAC541-7B7A-43D3-8B79-37D633B846F1}">
                  <asvg:svgBlip xmlns:asvg="http://schemas.microsoft.com/office/drawing/2016/SVG/main" r:embed="rId1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2691672" y="3033084"/>
            <a:ext cx="260347" cy="247650"/>
          </a:xfrm>
          <a:custGeom>
            <a:avLst/>
            <a:gdLst/>
            <a:ahLst/>
            <a:cxnLst/>
            <a:rect r="r" b="b" t="t" l="l"/>
            <a:pathLst>
              <a:path h="247650" w="260347">
                <a:moveTo>
                  <a:pt x="0" y="0"/>
                </a:moveTo>
                <a:lnTo>
                  <a:pt x="260347" y="0"/>
                </a:lnTo>
                <a:lnTo>
                  <a:pt x="2603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51">
              <a:extLst>
                <a:ext uri="{96DAC541-7B7A-43D3-8B79-37D633B846F1}">
                  <asvg:svgBlip xmlns:asvg="http://schemas.microsoft.com/office/drawing/2016/SVG/main" r:embed="rId1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2968945" y="3044981"/>
            <a:ext cx="260347" cy="234953"/>
          </a:xfrm>
          <a:custGeom>
            <a:avLst/>
            <a:gdLst/>
            <a:ahLst/>
            <a:cxnLst/>
            <a:rect r="r" b="b" t="t" l="l"/>
            <a:pathLst>
              <a:path h="234953" w="260347">
                <a:moveTo>
                  <a:pt x="0" y="0"/>
                </a:moveTo>
                <a:lnTo>
                  <a:pt x="260347" y="0"/>
                </a:lnTo>
                <a:lnTo>
                  <a:pt x="26034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53">
              <a:extLst>
                <a:ext uri="{96DAC541-7B7A-43D3-8B79-37D633B846F1}">
                  <asvg:svgBlip xmlns:asvg="http://schemas.microsoft.com/office/drawing/2016/SVG/main" r:embed="rId1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3246484" y="3042094"/>
            <a:ext cx="260347" cy="247650"/>
          </a:xfrm>
          <a:custGeom>
            <a:avLst/>
            <a:gdLst/>
            <a:ahLst/>
            <a:cxnLst/>
            <a:rect r="r" b="b" t="t" l="l"/>
            <a:pathLst>
              <a:path h="247650" w="260347">
                <a:moveTo>
                  <a:pt x="0" y="0"/>
                </a:moveTo>
                <a:lnTo>
                  <a:pt x="260347" y="0"/>
                </a:lnTo>
                <a:lnTo>
                  <a:pt x="2603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55">
              <a:extLst>
                <a:ext uri="{96DAC541-7B7A-43D3-8B79-37D633B846F1}">
                  <asvg:svgBlip xmlns:asvg="http://schemas.microsoft.com/office/drawing/2016/SVG/main" r:embed="rId1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3524024" y="3033512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6" y="0"/>
                </a:lnTo>
                <a:lnTo>
                  <a:pt x="260346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157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3900261" y="3118847"/>
            <a:ext cx="57150" cy="95250"/>
            <a:chOff x="27803602" y="6238090"/>
            <a:chExt cx="108153" cy="18972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-3"/>
              <a:ext cx="108152" cy="189726"/>
            </a:xfrm>
            <a:custGeom>
              <a:avLst/>
              <a:gdLst/>
              <a:ahLst/>
              <a:cxnLst/>
              <a:rect r="r" b="b" t="t" l="l"/>
              <a:pathLst>
                <a:path h="189726" w="108152">
                  <a:moveTo>
                    <a:pt x="12192" y="189726"/>
                  </a:moveTo>
                  <a:cubicBezTo>
                    <a:pt x="70433" y="169202"/>
                    <a:pt x="108152" y="123711"/>
                    <a:pt x="108152" y="63793"/>
                  </a:cubicBezTo>
                  <a:cubicBezTo>
                    <a:pt x="108152" y="24969"/>
                    <a:pt x="91517" y="0"/>
                    <a:pt x="61010" y="0"/>
                  </a:cubicBezTo>
                  <a:cubicBezTo>
                    <a:pt x="38277" y="0"/>
                    <a:pt x="18845" y="13869"/>
                    <a:pt x="18845" y="39942"/>
                  </a:cubicBezTo>
                  <a:cubicBezTo>
                    <a:pt x="18845" y="66015"/>
                    <a:pt x="37719" y="79325"/>
                    <a:pt x="60452" y="79325"/>
                  </a:cubicBezTo>
                  <a:cubicBezTo>
                    <a:pt x="63779" y="79325"/>
                    <a:pt x="66548" y="79325"/>
                    <a:pt x="69875" y="78778"/>
                  </a:cubicBezTo>
                  <a:cubicBezTo>
                    <a:pt x="67106" y="116497"/>
                    <a:pt x="42698" y="142571"/>
                    <a:pt x="0" y="160325"/>
                  </a:cubicBezTo>
                  <a:lnTo>
                    <a:pt x="12192" y="18972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4078979" y="3032960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4355975" y="3031446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14652146" y="3046105"/>
            <a:ext cx="222247" cy="241297"/>
            <a:chOff x="29310203" y="6092749"/>
            <a:chExt cx="432689" cy="48150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-1" y="0"/>
              <a:ext cx="432690" cy="481508"/>
            </a:xfrm>
            <a:custGeom>
              <a:avLst/>
              <a:gdLst/>
              <a:ahLst/>
              <a:cxnLst/>
              <a:rect r="r" b="b" t="t" l="l"/>
              <a:pathLst>
                <a:path h="481508" w="432690">
                  <a:moveTo>
                    <a:pt x="432690" y="98184"/>
                  </a:moveTo>
                  <a:lnTo>
                    <a:pt x="240766" y="98184"/>
                  </a:lnTo>
                  <a:cubicBezTo>
                    <a:pt x="235765" y="67678"/>
                    <a:pt x="232435" y="34950"/>
                    <a:pt x="230786" y="0"/>
                  </a:cubicBezTo>
                  <a:lnTo>
                    <a:pt x="95988" y="0"/>
                  </a:lnTo>
                  <a:lnTo>
                    <a:pt x="95988" y="36614"/>
                  </a:lnTo>
                  <a:lnTo>
                    <a:pt x="195836" y="36614"/>
                  </a:lnTo>
                  <a:cubicBezTo>
                    <a:pt x="196927" y="58242"/>
                    <a:pt x="199163" y="78778"/>
                    <a:pt x="201931" y="98184"/>
                  </a:cubicBezTo>
                  <a:lnTo>
                    <a:pt x="0" y="98184"/>
                  </a:lnTo>
                  <a:lnTo>
                    <a:pt x="0" y="481508"/>
                  </a:lnTo>
                  <a:lnTo>
                    <a:pt x="41048" y="481508"/>
                  </a:lnTo>
                  <a:lnTo>
                    <a:pt x="41048" y="138684"/>
                  </a:lnTo>
                  <a:lnTo>
                    <a:pt x="185294" y="138684"/>
                  </a:lnTo>
                  <a:cubicBezTo>
                    <a:pt x="166420" y="225781"/>
                    <a:pt x="120932" y="285687"/>
                    <a:pt x="46611" y="321742"/>
                  </a:cubicBezTo>
                  <a:cubicBezTo>
                    <a:pt x="55475" y="329514"/>
                    <a:pt x="68250" y="345046"/>
                    <a:pt x="74345" y="354482"/>
                  </a:cubicBezTo>
                  <a:cubicBezTo>
                    <a:pt x="148133" y="316751"/>
                    <a:pt x="193600" y="255181"/>
                    <a:pt x="216917" y="170307"/>
                  </a:cubicBezTo>
                  <a:cubicBezTo>
                    <a:pt x="240766" y="253517"/>
                    <a:pt x="283465" y="315646"/>
                    <a:pt x="356161" y="351701"/>
                  </a:cubicBezTo>
                  <a:cubicBezTo>
                    <a:pt x="362815" y="340614"/>
                    <a:pt x="376126" y="324523"/>
                    <a:pt x="384990" y="315646"/>
                  </a:cubicBezTo>
                  <a:cubicBezTo>
                    <a:pt x="312319" y="284582"/>
                    <a:pt x="270715" y="223558"/>
                    <a:pt x="249631" y="138684"/>
                  </a:cubicBezTo>
                  <a:lnTo>
                    <a:pt x="391086" y="138684"/>
                  </a:lnTo>
                  <a:lnTo>
                    <a:pt x="391086" y="427698"/>
                  </a:lnTo>
                  <a:cubicBezTo>
                    <a:pt x="391086" y="436575"/>
                    <a:pt x="388875" y="439356"/>
                    <a:pt x="378894" y="439903"/>
                  </a:cubicBezTo>
                  <a:cubicBezTo>
                    <a:pt x="367794" y="440462"/>
                    <a:pt x="333403" y="440462"/>
                    <a:pt x="297333" y="439356"/>
                  </a:cubicBezTo>
                  <a:cubicBezTo>
                    <a:pt x="303454" y="450443"/>
                    <a:pt x="309550" y="469303"/>
                    <a:pt x="311202" y="480962"/>
                  </a:cubicBezTo>
                  <a:cubicBezTo>
                    <a:pt x="358368" y="480962"/>
                    <a:pt x="389991" y="480962"/>
                    <a:pt x="408840" y="474295"/>
                  </a:cubicBezTo>
                  <a:cubicBezTo>
                    <a:pt x="427152" y="467093"/>
                    <a:pt x="432690" y="453771"/>
                    <a:pt x="432690" y="427698"/>
                  </a:cubicBezTo>
                  <a:lnTo>
                    <a:pt x="432690" y="981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3" id="103"/>
          <p:cNvSpPr/>
          <p:nvPr/>
        </p:nvSpPr>
        <p:spPr>
          <a:xfrm flipH="false" flipV="false" rot="0">
            <a:off x="14912159" y="3029645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5196747" y="3042790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5464495" y="3029779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15743130" y="3031017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16021498" y="3033932"/>
            <a:ext cx="247650" cy="254003"/>
          </a:xfrm>
          <a:custGeom>
            <a:avLst/>
            <a:gdLst/>
            <a:ahLst/>
            <a:cxnLst/>
            <a:rect r="r" b="b" t="t" l="l"/>
            <a:pathLst>
              <a:path h="254003" w="247650">
                <a:moveTo>
                  <a:pt x="0" y="0"/>
                </a:moveTo>
                <a:lnTo>
                  <a:pt x="247650" y="0"/>
                </a:lnTo>
                <a:lnTo>
                  <a:pt x="247650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71">
              <a:extLst>
                <a:ext uri="{96DAC541-7B7A-43D3-8B79-37D633B846F1}">
                  <asvg:svgBlip xmlns:asvg="http://schemas.microsoft.com/office/drawing/2016/SVG/main" r:embed="rId1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16297265" y="3033370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73">
              <a:extLst>
                <a:ext uri="{96DAC541-7B7A-43D3-8B79-37D633B846F1}">
                  <asvg:svgBlip xmlns:asvg="http://schemas.microsoft.com/office/drawing/2016/SVG/main" r:embed="rId1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6576462" y="3034208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75">
              <a:extLst>
                <a:ext uri="{96DAC541-7B7A-43D3-8B79-37D633B846F1}">
                  <asvg:svgBlip xmlns:asvg="http://schemas.microsoft.com/office/drawing/2016/SVG/main" r:embed="rId1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6851106" y="3033512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177">
              <a:extLst>
                <a:ext uri="{96DAC541-7B7A-43D3-8B79-37D633B846F1}">
                  <asvg:svgBlip xmlns:asvg="http://schemas.microsoft.com/office/drawing/2016/SVG/main" r:embed="rId1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9370533" y="3410645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179">
              <a:extLst>
                <a:ext uri="{96DAC541-7B7A-43D3-8B79-37D633B846F1}">
                  <asvg:svgBlip xmlns:asvg="http://schemas.microsoft.com/office/drawing/2016/SVG/main" r:embed="rId1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9636585" y="3415065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4" y="0"/>
                </a:lnTo>
                <a:lnTo>
                  <a:pt x="254004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81">
              <a:extLst>
                <a:ext uri="{96DAC541-7B7A-43D3-8B79-37D633B846F1}">
                  <asvg:svgBlip xmlns:asvg="http://schemas.microsoft.com/office/drawing/2016/SVG/main" r:embed="rId1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9919278" y="3423094"/>
            <a:ext cx="260347" cy="247650"/>
          </a:xfrm>
          <a:custGeom>
            <a:avLst/>
            <a:gdLst/>
            <a:ahLst/>
            <a:cxnLst/>
            <a:rect r="r" b="b" t="t" l="l"/>
            <a:pathLst>
              <a:path h="247650" w="260347">
                <a:moveTo>
                  <a:pt x="0" y="0"/>
                </a:moveTo>
                <a:lnTo>
                  <a:pt x="260347" y="0"/>
                </a:lnTo>
                <a:lnTo>
                  <a:pt x="2603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3">
              <a:extLst>
                <a:ext uri="{96DAC541-7B7A-43D3-8B79-37D633B846F1}">
                  <asvg:svgBlip xmlns:asvg="http://schemas.microsoft.com/office/drawing/2016/SVG/main" r:embed="rId1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10196122" y="3427105"/>
            <a:ext cx="260347" cy="241297"/>
          </a:xfrm>
          <a:custGeom>
            <a:avLst/>
            <a:gdLst/>
            <a:ahLst/>
            <a:cxnLst/>
            <a:rect r="r" b="b" t="t" l="l"/>
            <a:pathLst>
              <a:path h="241297" w="260347">
                <a:moveTo>
                  <a:pt x="0" y="0"/>
                </a:moveTo>
                <a:lnTo>
                  <a:pt x="260347" y="0"/>
                </a:lnTo>
                <a:lnTo>
                  <a:pt x="260347" y="241296"/>
                </a:lnTo>
                <a:lnTo>
                  <a:pt x="0" y="241296"/>
                </a:lnTo>
                <a:lnTo>
                  <a:pt x="0" y="0"/>
                </a:lnTo>
                <a:close/>
              </a:path>
            </a:pathLst>
          </a:custGeom>
          <a:blipFill>
            <a:blip r:embed="rId185">
              <a:extLst>
                <a:ext uri="{96DAC541-7B7A-43D3-8B79-37D633B846F1}">
                  <asvg:svgBlip xmlns:asvg="http://schemas.microsoft.com/office/drawing/2016/SVG/main" r:embed="rId18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10573055" y="3499847"/>
            <a:ext cx="57150" cy="95250"/>
            <a:chOff x="21149165" y="7000090"/>
            <a:chExt cx="108179" cy="18972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4" y="-3"/>
              <a:ext cx="108167" cy="189726"/>
            </a:xfrm>
            <a:custGeom>
              <a:avLst/>
              <a:gdLst/>
              <a:ahLst/>
              <a:cxnLst/>
              <a:rect r="r" b="b" t="t" l="l"/>
              <a:pathLst>
                <a:path h="189726" w="108167">
                  <a:moveTo>
                    <a:pt x="12206" y="189726"/>
                  </a:moveTo>
                  <a:cubicBezTo>
                    <a:pt x="70449" y="169202"/>
                    <a:pt x="108167" y="123711"/>
                    <a:pt x="108167" y="63793"/>
                  </a:cubicBezTo>
                  <a:cubicBezTo>
                    <a:pt x="108167" y="24969"/>
                    <a:pt x="91530" y="0"/>
                    <a:pt x="61012" y="0"/>
                  </a:cubicBezTo>
                  <a:cubicBezTo>
                    <a:pt x="38279" y="0"/>
                    <a:pt x="18861" y="13869"/>
                    <a:pt x="18861" y="39942"/>
                  </a:cubicBezTo>
                  <a:cubicBezTo>
                    <a:pt x="18861" y="66015"/>
                    <a:pt x="37721" y="79325"/>
                    <a:pt x="60466" y="79325"/>
                  </a:cubicBezTo>
                  <a:cubicBezTo>
                    <a:pt x="63793" y="79325"/>
                    <a:pt x="66562" y="79325"/>
                    <a:pt x="69889" y="78778"/>
                  </a:cubicBezTo>
                  <a:cubicBezTo>
                    <a:pt x="67120" y="116498"/>
                    <a:pt x="42711" y="142571"/>
                    <a:pt x="0" y="160325"/>
                  </a:cubicBezTo>
                  <a:lnTo>
                    <a:pt x="12206" y="18972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10753563" y="3414789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87">
              <a:extLst>
                <a:ext uri="{96DAC541-7B7A-43D3-8B79-37D633B846F1}">
                  <asvg:svgBlip xmlns:asvg="http://schemas.microsoft.com/office/drawing/2016/SVG/main" r:embed="rId1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11028207" y="3413398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89">
              <a:extLst>
                <a:ext uri="{96DAC541-7B7A-43D3-8B79-37D633B846F1}">
                  <asvg:svgBlip xmlns:asvg="http://schemas.microsoft.com/office/drawing/2016/SVG/main" r:embed="rId1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11311547" y="3415627"/>
            <a:ext cx="247650" cy="254003"/>
          </a:xfrm>
          <a:custGeom>
            <a:avLst/>
            <a:gdLst/>
            <a:ahLst/>
            <a:cxnLst/>
            <a:rect r="r" b="b" t="t" l="l"/>
            <a:pathLst>
              <a:path h="254003" w="247650">
                <a:moveTo>
                  <a:pt x="0" y="0"/>
                </a:moveTo>
                <a:lnTo>
                  <a:pt x="247650" y="0"/>
                </a:lnTo>
                <a:lnTo>
                  <a:pt x="247650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91">
              <a:extLst>
                <a:ext uri="{96DAC541-7B7A-43D3-8B79-37D633B846F1}">
                  <asvg:svgBlip xmlns:asvg="http://schemas.microsoft.com/office/drawing/2016/SVG/main" r:embed="rId1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11581628" y="341092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193">
              <a:extLs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11948636" y="3501904"/>
            <a:ext cx="82553" cy="82553"/>
          </a:xfrm>
          <a:custGeom>
            <a:avLst/>
            <a:gdLst/>
            <a:ahLst/>
            <a:cxnLst/>
            <a:rect r="r" b="b" t="t" l="l"/>
            <a:pathLst>
              <a:path h="82553" w="82553">
                <a:moveTo>
                  <a:pt x="0" y="0"/>
                </a:moveTo>
                <a:lnTo>
                  <a:pt x="82553" y="0"/>
                </a:lnTo>
                <a:lnTo>
                  <a:pt x="82553" y="82554"/>
                </a:lnTo>
                <a:lnTo>
                  <a:pt x="0" y="82554"/>
                </a:lnTo>
                <a:lnTo>
                  <a:pt x="0" y="0"/>
                </a:lnTo>
                <a:close/>
              </a:path>
            </a:pathLst>
          </a:custGeom>
          <a:blipFill>
            <a:blip r:embed="rId195">
              <a:extLs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12137555" y="3409245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97">
              <a:extLs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2420200" y="3414789"/>
            <a:ext cx="247650" cy="254003"/>
          </a:xfrm>
          <a:custGeom>
            <a:avLst/>
            <a:gdLst/>
            <a:ahLst/>
            <a:cxnLst/>
            <a:rect r="r" b="b" t="t" l="l"/>
            <a:pathLst>
              <a:path h="254003" w="247650">
                <a:moveTo>
                  <a:pt x="0" y="0"/>
                </a:moveTo>
                <a:lnTo>
                  <a:pt x="247650" y="0"/>
                </a:lnTo>
                <a:lnTo>
                  <a:pt x="247650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199">
              <a:extLs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12694710" y="3410779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4" y="0"/>
                </a:lnTo>
                <a:lnTo>
                  <a:pt x="254004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01">
              <a:extLs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12979451" y="3414512"/>
            <a:ext cx="247650" cy="254003"/>
          </a:xfrm>
          <a:custGeom>
            <a:avLst/>
            <a:gdLst/>
            <a:ahLst/>
            <a:cxnLst/>
            <a:rect r="r" b="b" t="t" l="l"/>
            <a:pathLst>
              <a:path h="254003" w="247650">
                <a:moveTo>
                  <a:pt x="0" y="0"/>
                </a:moveTo>
                <a:lnTo>
                  <a:pt x="247650" y="0"/>
                </a:lnTo>
                <a:lnTo>
                  <a:pt x="247650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203">
              <a:extLs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13259610" y="3414646"/>
            <a:ext cx="234953" cy="254003"/>
          </a:xfrm>
          <a:custGeom>
            <a:avLst/>
            <a:gdLst/>
            <a:ahLst/>
            <a:cxnLst/>
            <a:rect r="r" b="b" t="t" l="l"/>
            <a:pathLst>
              <a:path h="254003" w="234953">
                <a:moveTo>
                  <a:pt x="0" y="0"/>
                </a:moveTo>
                <a:lnTo>
                  <a:pt x="234953" y="0"/>
                </a:lnTo>
                <a:lnTo>
                  <a:pt x="2349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05">
              <a:extLs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3527329" y="3412169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07">
              <a:extLs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3799496" y="3414789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09">
              <a:extLs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4079941" y="3409807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11">
              <a:extLs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4355423" y="341050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13">
              <a:extLs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14633229" y="3415208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15">
              <a:extLs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4912845" y="3415208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17">
              <a:extLs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15184441" y="3415065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19">
              <a:extLs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5466276" y="3409807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21">
              <a:extLs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15742587" y="3413960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6" y="0"/>
                </a:lnTo>
                <a:lnTo>
                  <a:pt x="260346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23">
              <a:extLs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16019583" y="3412446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225">
              <a:extLs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16300009" y="3412169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27">
              <a:extLs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16573986" y="3414789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29">
              <a:extLs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16851506" y="3417151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31">
              <a:extLs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9367495" y="3796208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33">
              <a:extLs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9642148" y="3795512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235">
              <a:extLs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2" id="142"/>
          <p:cNvSpPr/>
          <p:nvPr/>
        </p:nvSpPr>
        <p:spPr>
          <a:xfrm flipH="false" flipV="false" rot="0">
            <a:off x="9925069" y="3791645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37">
              <a:extLs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10198037" y="3792893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39">
              <a:extLst>
                <a:ext uri="{96DAC541-7B7A-43D3-8B79-37D633B846F1}">
                  <asvg:svgBlip xmlns:asvg="http://schemas.microsoft.com/office/drawing/2016/SVG/main" r:embed="rId2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10472842" y="3795512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4"/>
                </a:lnTo>
                <a:lnTo>
                  <a:pt x="0" y="254004"/>
                </a:lnTo>
                <a:lnTo>
                  <a:pt x="0" y="0"/>
                </a:lnTo>
                <a:close/>
              </a:path>
            </a:pathLst>
          </a:custGeom>
          <a:blipFill>
            <a:blip r:embed="rId241">
              <a:extLst>
                <a:ext uri="{96DAC541-7B7A-43D3-8B79-37D633B846F1}">
                  <asvg:svgBlip xmlns:asvg="http://schemas.microsoft.com/office/drawing/2016/SVG/main" r:embed="rId2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10765298" y="3792636"/>
            <a:ext cx="234953" cy="254003"/>
          </a:xfrm>
          <a:custGeom>
            <a:avLst/>
            <a:gdLst/>
            <a:ahLst/>
            <a:cxnLst/>
            <a:rect r="r" b="b" t="t" l="l"/>
            <a:pathLst>
              <a:path h="254003" w="234953">
                <a:moveTo>
                  <a:pt x="0" y="0"/>
                </a:moveTo>
                <a:lnTo>
                  <a:pt x="234953" y="0"/>
                </a:lnTo>
                <a:lnTo>
                  <a:pt x="2349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43">
              <a:extLst>
                <a:ext uri="{96DAC541-7B7A-43D3-8B79-37D633B846F1}">
                  <asvg:svgBlip xmlns:asvg="http://schemas.microsoft.com/office/drawing/2016/SVG/main" r:embed="rId2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11028064" y="3809762"/>
            <a:ext cx="260347" cy="241297"/>
          </a:xfrm>
          <a:custGeom>
            <a:avLst/>
            <a:gdLst/>
            <a:ahLst/>
            <a:cxnLst/>
            <a:rect r="r" b="b" t="t" l="l"/>
            <a:pathLst>
              <a:path h="241297" w="260347">
                <a:moveTo>
                  <a:pt x="0" y="0"/>
                </a:moveTo>
                <a:lnTo>
                  <a:pt x="260347" y="0"/>
                </a:lnTo>
                <a:lnTo>
                  <a:pt x="260347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245">
              <a:extLst>
                <a:ext uri="{96DAC541-7B7A-43D3-8B79-37D633B846F1}">
                  <asvg:svgBlip xmlns:asvg="http://schemas.microsoft.com/office/drawing/2016/SVG/main" r:embed="rId2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11316957" y="3791922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247">
              <a:extLst>
                <a:ext uri="{96DAC541-7B7A-43D3-8B79-37D633B846F1}">
                  <asvg:svgBlip xmlns:asvg="http://schemas.microsoft.com/office/drawing/2016/SVG/main" r:embed="rId2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8" id="148"/>
          <p:cNvGrpSpPr/>
          <p:nvPr/>
        </p:nvGrpSpPr>
        <p:grpSpPr>
          <a:xfrm rot="0">
            <a:off x="1026385" y="4870380"/>
            <a:ext cx="8407403" cy="4178303"/>
            <a:chOff x="0" y="0"/>
            <a:chExt cx="11209871" cy="5571071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1209909" cy="5571109"/>
            </a:xfrm>
            <a:custGeom>
              <a:avLst/>
              <a:gdLst/>
              <a:ahLst/>
              <a:cxnLst/>
              <a:rect r="r" b="b" t="t" l="l"/>
              <a:pathLst>
                <a:path h="5571109" w="11209909">
                  <a:moveTo>
                    <a:pt x="0" y="0"/>
                  </a:moveTo>
                  <a:lnTo>
                    <a:pt x="11209909" y="0"/>
                  </a:lnTo>
                  <a:lnTo>
                    <a:pt x="11209909" y="5571109"/>
                  </a:lnTo>
                  <a:lnTo>
                    <a:pt x="0" y="5571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9"/>
              <a:stretch>
                <a:fillRect l="-1888" t="-3724" r="-1887" b="-3721"/>
              </a:stretch>
            </a:blipFill>
          </p:spPr>
        </p:sp>
      </p:grpSp>
      <p:sp>
        <p:nvSpPr>
          <p:cNvPr name="Freeform 150" id="150"/>
          <p:cNvSpPr/>
          <p:nvPr/>
        </p:nvSpPr>
        <p:spPr>
          <a:xfrm flipH="false" flipV="false" rot="0">
            <a:off x="9128484" y="4984080"/>
            <a:ext cx="495300" cy="850897"/>
          </a:xfrm>
          <a:custGeom>
            <a:avLst/>
            <a:gdLst/>
            <a:ahLst/>
            <a:cxnLst/>
            <a:rect r="r" b="b" t="t" l="l"/>
            <a:pathLst>
              <a:path h="850897" w="495300">
                <a:moveTo>
                  <a:pt x="0" y="0"/>
                </a:moveTo>
                <a:lnTo>
                  <a:pt x="495300" y="0"/>
                </a:lnTo>
                <a:lnTo>
                  <a:pt x="495300" y="850897"/>
                </a:lnTo>
                <a:lnTo>
                  <a:pt x="0" y="850897"/>
                </a:lnTo>
                <a:lnTo>
                  <a:pt x="0" y="0"/>
                </a:lnTo>
                <a:close/>
              </a:path>
            </a:pathLst>
          </a:custGeom>
          <a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 l="-500" t="0" r="-2063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647452" y="7781401"/>
            <a:ext cx="920753" cy="1155697"/>
          </a:xfrm>
          <a:custGeom>
            <a:avLst/>
            <a:gdLst/>
            <a:ahLst/>
            <a:cxnLst/>
            <a:rect r="r" b="b" t="t" l="l"/>
            <a:pathLst>
              <a:path h="1155697" w="920753">
                <a:moveTo>
                  <a:pt x="0" y="0"/>
                </a:moveTo>
                <a:lnTo>
                  <a:pt x="920754" y="0"/>
                </a:lnTo>
                <a:lnTo>
                  <a:pt x="920754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10797873" y="857670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2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10813752" y="8574719"/>
            <a:ext cx="501653" cy="520703"/>
          </a:xfrm>
          <a:custGeom>
            <a:avLst/>
            <a:gdLst/>
            <a:ahLst/>
            <a:cxnLst/>
            <a:rect r="r" b="b" t="t" l="l"/>
            <a:pathLst>
              <a:path h="520703" w="501653">
                <a:moveTo>
                  <a:pt x="0" y="0"/>
                </a:moveTo>
                <a:lnTo>
                  <a:pt x="501653" y="0"/>
                </a:lnTo>
                <a:lnTo>
                  <a:pt x="501653" y="520703"/>
                </a:lnTo>
                <a:lnTo>
                  <a:pt x="0" y="52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10813752" y="8592579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2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10813752" y="8592579"/>
            <a:ext cx="501653" cy="501653"/>
          </a:xfrm>
          <a:custGeom>
            <a:avLst/>
            <a:gdLst/>
            <a:ahLst/>
            <a:cxnLst/>
            <a:rect r="r" b="b" t="t" l="l"/>
            <a:pathLst>
              <a:path h="501653" w="501653">
                <a:moveTo>
                  <a:pt x="0" y="0"/>
                </a:moveTo>
                <a:lnTo>
                  <a:pt x="501653" y="0"/>
                </a:lnTo>
                <a:lnTo>
                  <a:pt x="501653" y="501653"/>
                </a:lnTo>
                <a:lnTo>
                  <a:pt x="0" y="501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10797873" y="857670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11790731" y="8665959"/>
            <a:ext cx="196853" cy="260347"/>
          </a:xfrm>
          <a:custGeom>
            <a:avLst/>
            <a:gdLst/>
            <a:ahLst/>
            <a:cxnLst/>
            <a:rect r="r" b="b" t="t" l="l"/>
            <a:pathLst>
              <a:path h="260347" w="196853">
                <a:moveTo>
                  <a:pt x="0" y="0"/>
                </a:moveTo>
                <a:lnTo>
                  <a:pt x="196853" y="0"/>
                </a:lnTo>
                <a:lnTo>
                  <a:pt x="19685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12036333" y="8671227"/>
            <a:ext cx="254003" cy="254003"/>
          </a:xfrm>
          <a:custGeom>
            <a:avLst/>
            <a:gdLst/>
            <a:ahLst/>
            <a:cxnLst/>
            <a:rect r="r" b="b" t="t" l="l"/>
            <a:pathLst>
              <a:path h="254003" w="254003">
                <a:moveTo>
                  <a:pt x="0" y="0"/>
                </a:moveTo>
                <a:lnTo>
                  <a:pt x="254003" y="0"/>
                </a:lnTo>
                <a:lnTo>
                  <a:pt x="25400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60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12312082" y="866652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62">
              <a:extLst>
                <a:ext uri="{96DAC541-7B7A-43D3-8B79-37D633B846F1}">
                  <asvg:svgBlip xmlns:asvg="http://schemas.microsoft.com/office/drawing/2016/SVG/main" r:embed="rId2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12593241" y="8665959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64">
              <a:extLst>
                <a:ext uri="{96DAC541-7B7A-43D3-8B79-37D633B846F1}">
                  <asvg:svgBlip xmlns:asvg="http://schemas.microsoft.com/office/drawing/2016/SVG/main" r:embed="rId26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1" id="161"/>
          <p:cNvGrpSpPr/>
          <p:nvPr/>
        </p:nvGrpSpPr>
        <p:grpSpPr>
          <a:xfrm rot="0">
            <a:off x="12892611" y="8665816"/>
            <a:ext cx="222247" cy="260347"/>
            <a:chOff x="25788518" y="17337573"/>
            <a:chExt cx="437896" cy="508838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" y="-3"/>
              <a:ext cx="437896" cy="508839"/>
            </a:xfrm>
            <a:custGeom>
              <a:avLst/>
              <a:gdLst/>
              <a:ahLst/>
              <a:cxnLst/>
              <a:rect r="r" b="b" t="t" l="l"/>
              <a:pathLst>
                <a:path h="508839" w="437896">
                  <a:moveTo>
                    <a:pt x="393216" y="277039"/>
                  </a:moveTo>
                  <a:lnTo>
                    <a:pt x="393216" y="436232"/>
                  </a:lnTo>
                  <a:lnTo>
                    <a:pt x="240180" y="436232"/>
                  </a:lnTo>
                  <a:lnTo>
                    <a:pt x="240180" y="241860"/>
                  </a:lnTo>
                  <a:lnTo>
                    <a:pt x="416126" y="241860"/>
                  </a:lnTo>
                  <a:lnTo>
                    <a:pt x="416126" y="50267"/>
                  </a:lnTo>
                  <a:lnTo>
                    <a:pt x="371422" y="50267"/>
                  </a:lnTo>
                  <a:lnTo>
                    <a:pt x="371422" y="201079"/>
                  </a:lnTo>
                  <a:lnTo>
                    <a:pt x="240180" y="201079"/>
                  </a:lnTo>
                  <a:lnTo>
                    <a:pt x="240180" y="0"/>
                  </a:lnTo>
                  <a:lnTo>
                    <a:pt x="195478" y="0"/>
                  </a:lnTo>
                  <a:lnTo>
                    <a:pt x="195478" y="201079"/>
                  </a:lnTo>
                  <a:lnTo>
                    <a:pt x="67588" y="201079"/>
                  </a:lnTo>
                  <a:lnTo>
                    <a:pt x="67588" y="50826"/>
                  </a:lnTo>
                  <a:lnTo>
                    <a:pt x="24586" y="50826"/>
                  </a:lnTo>
                  <a:lnTo>
                    <a:pt x="24586" y="241860"/>
                  </a:lnTo>
                  <a:lnTo>
                    <a:pt x="195478" y="241860"/>
                  </a:lnTo>
                  <a:lnTo>
                    <a:pt x="195478" y="436232"/>
                  </a:lnTo>
                  <a:lnTo>
                    <a:pt x="44677" y="436232"/>
                  </a:lnTo>
                  <a:lnTo>
                    <a:pt x="44677" y="277039"/>
                  </a:lnTo>
                  <a:lnTo>
                    <a:pt x="0" y="277039"/>
                  </a:lnTo>
                  <a:lnTo>
                    <a:pt x="0" y="477000"/>
                  </a:lnTo>
                  <a:lnTo>
                    <a:pt x="393216" y="477000"/>
                  </a:lnTo>
                  <a:lnTo>
                    <a:pt x="393216" y="508839"/>
                  </a:lnTo>
                  <a:lnTo>
                    <a:pt x="437895" y="508839"/>
                  </a:lnTo>
                  <a:lnTo>
                    <a:pt x="437895" y="277039"/>
                  </a:lnTo>
                  <a:lnTo>
                    <a:pt x="393216" y="27703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3" id="163"/>
          <p:cNvSpPr/>
          <p:nvPr/>
        </p:nvSpPr>
        <p:spPr>
          <a:xfrm flipH="false" flipV="false" rot="0">
            <a:off x="13153977" y="8665397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4" y="0"/>
                </a:lnTo>
                <a:lnTo>
                  <a:pt x="254004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66">
              <a:extLst>
                <a:ext uri="{96DAC541-7B7A-43D3-8B79-37D633B846F1}">
                  <asvg:svgBlip xmlns:asvg="http://schemas.microsoft.com/office/drawing/2016/SVG/main" r:embed="rId2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3432241" y="8665683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68">
              <a:extLst>
                <a:ext uri="{96DAC541-7B7A-43D3-8B79-37D633B846F1}">
                  <asvg:svgBlip xmlns:asvg="http://schemas.microsoft.com/office/drawing/2016/SVG/main" r:embed="rId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13708094" y="866652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70">
              <a:extLst>
                <a:ext uri="{96DAC541-7B7A-43D3-8B79-37D633B846F1}">
                  <asvg:svgBlip xmlns:asvg="http://schemas.microsoft.com/office/drawing/2016/SVG/main" r:embed="rId2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13993816" y="8668683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72">
              <a:extLst>
                <a:ext uri="{96DAC541-7B7A-43D3-8B79-37D633B846F1}">
                  <asvg:svgBlip xmlns:asvg="http://schemas.microsoft.com/office/drawing/2016/SVG/main" r:embed="rId2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14268736" y="866610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74">
              <a:extLst>
                <a:ext uri="{96DAC541-7B7A-43D3-8B79-37D633B846F1}">
                  <asvg:svgBlip xmlns:asvg="http://schemas.microsoft.com/office/drawing/2016/SVG/main" r:embed="rId27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14648564" y="8751199"/>
            <a:ext cx="57150" cy="101603"/>
            <a:chOff x="29299814" y="17508487"/>
            <a:chExt cx="108915" cy="191021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08914" cy="191021"/>
            </a:xfrm>
            <a:custGeom>
              <a:avLst/>
              <a:gdLst/>
              <a:ahLst/>
              <a:cxnLst/>
              <a:rect r="r" b="b" t="t" l="l"/>
              <a:pathLst>
                <a:path h="191021" w="108914">
                  <a:moveTo>
                    <a:pt x="12294" y="191021"/>
                  </a:moveTo>
                  <a:cubicBezTo>
                    <a:pt x="70942" y="170358"/>
                    <a:pt x="108915" y="124561"/>
                    <a:pt x="108915" y="64236"/>
                  </a:cubicBezTo>
                  <a:cubicBezTo>
                    <a:pt x="108915" y="25133"/>
                    <a:pt x="92150" y="0"/>
                    <a:pt x="61441" y="0"/>
                  </a:cubicBezTo>
                  <a:cubicBezTo>
                    <a:pt x="38531" y="0"/>
                    <a:pt x="18973" y="13969"/>
                    <a:pt x="18973" y="40220"/>
                  </a:cubicBezTo>
                  <a:cubicBezTo>
                    <a:pt x="18973" y="66472"/>
                    <a:pt x="37973" y="79871"/>
                    <a:pt x="60883" y="79871"/>
                  </a:cubicBezTo>
                  <a:cubicBezTo>
                    <a:pt x="64235" y="79871"/>
                    <a:pt x="67032" y="79871"/>
                    <a:pt x="70384" y="79311"/>
                  </a:cubicBezTo>
                  <a:cubicBezTo>
                    <a:pt x="67590" y="117298"/>
                    <a:pt x="43002" y="143547"/>
                    <a:pt x="0" y="161418"/>
                  </a:cubicBezTo>
                  <a:lnTo>
                    <a:pt x="12294" y="1910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4831292" y="8665959"/>
            <a:ext cx="254003" cy="260347"/>
            <a:chOff x="29662730" y="17338131"/>
            <a:chExt cx="507721" cy="508279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-1" y="-2"/>
              <a:ext cx="507721" cy="508279"/>
            </a:xfrm>
            <a:custGeom>
              <a:avLst/>
              <a:gdLst/>
              <a:ahLst/>
              <a:cxnLst/>
              <a:rect r="r" b="b" t="t" l="l"/>
              <a:pathLst>
                <a:path h="508279" w="507721">
                  <a:moveTo>
                    <a:pt x="498782" y="201079"/>
                  </a:moveTo>
                  <a:lnTo>
                    <a:pt x="498782" y="158623"/>
                  </a:lnTo>
                  <a:lnTo>
                    <a:pt x="268099" y="158623"/>
                  </a:lnTo>
                  <a:cubicBezTo>
                    <a:pt x="275921" y="99986"/>
                    <a:pt x="276480" y="44690"/>
                    <a:pt x="277038" y="0"/>
                  </a:cubicBezTo>
                  <a:lnTo>
                    <a:pt x="232361" y="0"/>
                  </a:lnTo>
                  <a:cubicBezTo>
                    <a:pt x="231800" y="44132"/>
                    <a:pt x="232361" y="99986"/>
                    <a:pt x="223977" y="158623"/>
                  </a:cubicBezTo>
                  <a:lnTo>
                    <a:pt x="11178" y="158623"/>
                  </a:lnTo>
                  <a:lnTo>
                    <a:pt x="11178" y="201079"/>
                  </a:lnTo>
                  <a:lnTo>
                    <a:pt x="217274" y="201079"/>
                  </a:lnTo>
                  <a:cubicBezTo>
                    <a:pt x="194361" y="306642"/>
                    <a:pt x="138507" y="413880"/>
                    <a:pt x="0" y="474205"/>
                  </a:cubicBezTo>
                  <a:cubicBezTo>
                    <a:pt x="11736" y="482587"/>
                    <a:pt x="25121" y="497103"/>
                    <a:pt x="31270" y="508279"/>
                  </a:cubicBezTo>
                  <a:cubicBezTo>
                    <a:pt x="167007" y="446278"/>
                    <a:pt x="227332" y="339038"/>
                    <a:pt x="254127" y="231800"/>
                  </a:cubicBezTo>
                  <a:cubicBezTo>
                    <a:pt x="298249" y="358584"/>
                    <a:pt x="369190" y="457454"/>
                    <a:pt x="476430" y="508279"/>
                  </a:cubicBezTo>
                  <a:cubicBezTo>
                    <a:pt x="483692" y="495985"/>
                    <a:pt x="497663" y="478675"/>
                    <a:pt x="507721" y="469176"/>
                  </a:cubicBezTo>
                  <a:cubicBezTo>
                    <a:pt x="399923" y="425056"/>
                    <a:pt x="327304" y="323963"/>
                    <a:pt x="288215" y="201079"/>
                  </a:cubicBezTo>
                  <a:lnTo>
                    <a:pt x="498782" y="20107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2" id="172"/>
          <p:cNvSpPr/>
          <p:nvPr/>
        </p:nvSpPr>
        <p:spPr>
          <a:xfrm flipH="false" flipV="false" rot="0">
            <a:off x="15116042" y="8666102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76">
              <a:extLst>
                <a:ext uri="{96DAC541-7B7A-43D3-8B79-37D633B846F1}">
                  <asvg:svgBlip xmlns:asvg="http://schemas.microsoft.com/office/drawing/2016/SVG/main" r:embed="rId2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15389285" y="8665264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4" y="0"/>
                </a:lnTo>
                <a:lnTo>
                  <a:pt x="254004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78">
              <a:extLst>
                <a:ext uri="{96DAC541-7B7A-43D3-8B79-37D633B846F1}">
                  <asvg:svgBlip xmlns:asvg="http://schemas.microsoft.com/office/drawing/2016/SVG/main" r:embed="rId2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15666387" y="8665816"/>
            <a:ext cx="254003" cy="260347"/>
          </a:xfrm>
          <a:custGeom>
            <a:avLst/>
            <a:gdLst/>
            <a:ahLst/>
            <a:cxnLst/>
            <a:rect r="r" b="b" t="t" l="l"/>
            <a:pathLst>
              <a:path h="260347" w="254003">
                <a:moveTo>
                  <a:pt x="0" y="0"/>
                </a:moveTo>
                <a:lnTo>
                  <a:pt x="254003" y="0"/>
                </a:lnTo>
                <a:lnTo>
                  <a:pt x="254003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80">
              <a:extLst>
                <a:ext uri="{96DAC541-7B7A-43D3-8B79-37D633B846F1}">
                  <asvg:svgBlip xmlns:asvg="http://schemas.microsoft.com/office/drawing/2016/SVG/main" r:embed="rId28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5" id="175"/>
          <p:cNvGrpSpPr/>
          <p:nvPr/>
        </p:nvGrpSpPr>
        <p:grpSpPr>
          <a:xfrm rot="0">
            <a:off x="15945764" y="8669131"/>
            <a:ext cx="260347" cy="254003"/>
            <a:chOff x="31896355" y="17339249"/>
            <a:chExt cx="511048" cy="506044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-1" y="-2"/>
              <a:ext cx="511048" cy="506044"/>
            </a:xfrm>
            <a:custGeom>
              <a:avLst/>
              <a:gdLst/>
              <a:ahLst/>
              <a:cxnLst/>
              <a:rect r="r" b="b" t="t" l="l"/>
              <a:pathLst>
                <a:path h="506044" w="511048">
                  <a:moveTo>
                    <a:pt x="230101" y="0"/>
                  </a:moveTo>
                  <a:cubicBezTo>
                    <a:pt x="228423" y="84899"/>
                    <a:pt x="231775" y="356349"/>
                    <a:pt x="0" y="473646"/>
                  </a:cubicBezTo>
                  <a:cubicBezTo>
                    <a:pt x="12827" y="482586"/>
                    <a:pt x="26240" y="494867"/>
                    <a:pt x="33505" y="506044"/>
                  </a:cubicBezTo>
                  <a:cubicBezTo>
                    <a:pt x="169801" y="433437"/>
                    <a:pt x="228981" y="308318"/>
                    <a:pt x="254685" y="196608"/>
                  </a:cubicBezTo>
                  <a:cubicBezTo>
                    <a:pt x="281508" y="300495"/>
                    <a:pt x="341251" y="438454"/>
                    <a:pt x="480898" y="503808"/>
                  </a:cubicBezTo>
                  <a:cubicBezTo>
                    <a:pt x="487046" y="492086"/>
                    <a:pt x="499340" y="478117"/>
                    <a:pt x="511048" y="468616"/>
                  </a:cubicBezTo>
                  <a:cubicBezTo>
                    <a:pt x="313894" y="380922"/>
                    <a:pt x="280392" y="147459"/>
                    <a:pt x="272008" y="80987"/>
                  </a:cubicBezTo>
                  <a:cubicBezTo>
                    <a:pt x="274805" y="48031"/>
                    <a:pt x="275363" y="20104"/>
                    <a:pt x="275921" y="0"/>
                  </a:cubicBezTo>
                  <a:lnTo>
                    <a:pt x="23010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6227447" y="8699564"/>
            <a:ext cx="254003" cy="203197"/>
            <a:chOff x="32459778" y="17400130"/>
            <a:chExt cx="498221" cy="404381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-1" y="0"/>
              <a:ext cx="498221" cy="404382"/>
            </a:xfrm>
            <a:custGeom>
              <a:avLst/>
              <a:gdLst/>
              <a:ahLst/>
              <a:cxnLst/>
              <a:rect r="r" b="b" t="t" l="l"/>
              <a:pathLst>
                <a:path h="404382" w="498221">
                  <a:moveTo>
                    <a:pt x="269773" y="363055"/>
                  </a:moveTo>
                  <a:lnTo>
                    <a:pt x="269773" y="42444"/>
                  </a:lnTo>
                  <a:lnTo>
                    <a:pt x="470306" y="42444"/>
                  </a:lnTo>
                  <a:lnTo>
                    <a:pt x="470306" y="0"/>
                  </a:lnTo>
                  <a:lnTo>
                    <a:pt x="29034" y="0"/>
                  </a:lnTo>
                  <a:lnTo>
                    <a:pt x="29034" y="42444"/>
                  </a:lnTo>
                  <a:lnTo>
                    <a:pt x="224538" y="42444"/>
                  </a:lnTo>
                  <a:lnTo>
                    <a:pt x="224538" y="363055"/>
                  </a:lnTo>
                  <a:lnTo>
                    <a:pt x="0" y="363055"/>
                  </a:lnTo>
                  <a:lnTo>
                    <a:pt x="0" y="404381"/>
                  </a:lnTo>
                  <a:lnTo>
                    <a:pt x="498221" y="404381"/>
                  </a:lnTo>
                  <a:lnTo>
                    <a:pt x="498221" y="363055"/>
                  </a:lnTo>
                  <a:lnTo>
                    <a:pt x="269773" y="36305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9" id="179"/>
          <p:cNvSpPr/>
          <p:nvPr/>
        </p:nvSpPr>
        <p:spPr>
          <a:xfrm flipH="false" flipV="false" rot="0">
            <a:off x="16503472" y="8665369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82">
              <a:extLst>
                <a:ext uri="{96DAC541-7B7A-43D3-8B79-37D633B846F1}">
                  <asvg:svgBlip xmlns:asvg="http://schemas.microsoft.com/office/drawing/2016/SVG/main" r:embed="rId2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0" id="180"/>
          <p:cNvSpPr/>
          <p:nvPr/>
        </p:nvSpPr>
        <p:spPr>
          <a:xfrm flipH="false" flipV="false" rot="0">
            <a:off x="16782679" y="8680475"/>
            <a:ext cx="260347" cy="234953"/>
          </a:xfrm>
          <a:custGeom>
            <a:avLst/>
            <a:gdLst/>
            <a:ahLst/>
            <a:cxnLst/>
            <a:rect r="r" b="b" t="t" l="l"/>
            <a:pathLst>
              <a:path h="234953" w="260347">
                <a:moveTo>
                  <a:pt x="0" y="0"/>
                </a:moveTo>
                <a:lnTo>
                  <a:pt x="260346" y="0"/>
                </a:lnTo>
                <a:lnTo>
                  <a:pt x="260346" y="234954"/>
                </a:lnTo>
                <a:lnTo>
                  <a:pt x="0" y="234954"/>
                </a:lnTo>
                <a:lnTo>
                  <a:pt x="0" y="0"/>
                </a:lnTo>
                <a:close/>
              </a:path>
            </a:pathLst>
          </a:custGeom>
          <a:blipFill>
            <a:blip r:embed="rId284">
              <a:extLst>
                <a:ext uri="{96DAC541-7B7A-43D3-8B79-37D633B846F1}">
                  <asvg:svgBlip xmlns:asvg="http://schemas.microsoft.com/office/drawing/2016/SVG/main" r:embed="rId2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1" id="181"/>
          <p:cNvSpPr/>
          <p:nvPr/>
        </p:nvSpPr>
        <p:spPr>
          <a:xfrm flipH="false" flipV="false" rot="0">
            <a:off x="11757165" y="9057151"/>
            <a:ext cx="260347" cy="254003"/>
          </a:xfrm>
          <a:custGeom>
            <a:avLst/>
            <a:gdLst/>
            <a:ahLst/>
            <a:cxnLst/>
            <a:rect r="r" b="b" t="t" l="l"/>
            <a:pathLst>
              <a:path h="254003" w="260347">
                <a:moveTo>
                  <a:pt x="0" y="0"/>
                </a:moveTo>
                <a:lnTo>
                  <a:pt x="260347" y="0"/>
                </a:lnTo>
                <a:lnTo>
                  <a:pt x="260347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86">
              <a:extLst>
                <a:ext uri="{96DAC541-7B7A-43D3-8B79-37D633B846F1}">
                  <asvg:svgBlip xmlns:asvg="http://schemas.microsoft.com/office/drawing/2016/SVG/main" r:embed="rId2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2" id="182"/>
          <p:cNvSpPr/>
          <p:nvPr/>
        </p:nvSpPr>
        <p:spPr>
          <a:xfrm flipH="false" flipV="false" rot="0">
            <a:off x="12035533" y="9056513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88">
              <a:extLst>
                <a:ext uri="{96DAC541-7B7A-43D3-8B79-37D633B846F1}">
                  <asvg:svgBlip xmlns:asvg="http://schemas.microsoft.com/office/drawing/2016/SVG/main" r:embed="rId2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12329951" y="9056618"/>
            <a:ext cx="234953" cy="254003"/>
          </a:xfrm>
          <a:custGeom>
            <a:avLst/>
            <a:gdLst/>
            <a:ahLst/>
            <a:cxnLst/>
            <a:rect r="r" b="b" t="t" l="l"/>
            <a:pathLst>
              <a:path h="254003" w="234953">
                <a:moveTo>
                  <a:pt x="0" y="0"/>
                </a:moveTo>
                <a:lnTo>
                  <a:pt x="234953" y="0"/>
                </a:lnTo>
                <a:lnTo>
                  <a:pt x="2349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>
            <a:blip r:embed="rId290">
              <a:extLst>
                <a:ext uri="{96DAC541-7B7A-43D3-8B79-37D633B846F1}">
                  <asvg:svgBlip xmlns:asvg="http://schemas.microsoft.com/office/drawing/2016/SVG/main" r:embed="rId2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4" id="184"/>
          <p:cNvSpPr/>
          <p:nvPr/>
        </p:nvSpPr>
        <p:spPr>
          <a:xfrm flipH="false" flipV="false" rot="0">
            <a:off x="12598051" y="9056484"/>
            <a:ext cx="247650" cy="260347"/>
          </a:xfrm>
          <a:custGeom>
            <a:avLst/>
            <a:gdLst/>
            <a:ahLst/>
            <a:cxnLst/>
            <a:rect r="r" b="b" t="t" l="l"/>
            <a:pathLst>
              <a:path h="260347" w="247650">
                <a:moveTo>
                  <a:pt x="0" y="0"/>
                </a:moveTo>
                <a:lnTo>
                  <a:pt x="247650" y="0"/>
                </a:lnTo>
                <a:lnTo>
                  <a:pt x="247650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92">
              <a:extLst>
                <a:ext uri="{96DAC541-7B7A-43D3-8B79-37D633B846F1}">
                  <asvg:svgBlip xmlns:asvg="http://schemas.microsoft.com/office/drawing/2016/SVG/main" r:embed="rId2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5" id="185"/>
          <p:cNvSpPr/>
          <p:nvPr/>
        </p:nvSpPr>
        <p:spPr>
          <a:xfrm flipH="false" flipV="false" rot="0">
            <a:off x="12874400" y="9056341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6" y="0"/>
                </a:lnTo>
                <a:lnTo>
                  <a:pt x="260346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>
            <a:blip r:embed="rId294">
              <a:extLst>
                <a:ext uri="{96DAC541-7B7A-43D3-8B79-37D633B846F1}">
                  <asvg:svgBlip xmlns:asvg="http://schemas.microsoft.com/office/drawing/2016/SVG/main" r:embed="rId2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6" id="186"/>
          <p:cNvSpPr/>
          <p:nvPr/>
        </p:nvSpPr>
        <p:spPr>
          <a:xfrm flipH="false" flipV="false" rot="0">
            <a:off x="13152339" y="9057742"/>
            <a:ext cx="260347" cy="260347"/>
          </a:xfrm>
          <a:custGeom>
            <a:avLst/>
            <a:gdLst/>
            <a:ahLst/>
            <a:cxnLst/>
            <a:rect r="r" b="b" t="t" l="l"/>
            <a:pathLst>
              <a:path h="260347" w="260347">
                <a:moveTo>
                  <a:pt x="0" y="0"/>
                </a:moveTo>
                <a:lnTo>
                  <a:pt x="260347" y="0"/>
                </a:lnTo>
                <a:lnTo>
                  <a:pt x="260347" y="260346"/>
                </a:lnTo>
                <a:lnTo>
                  <a:pt x="0" y="260346"/>
                </a:lnTo>
                <a:lnTo>
                  <a:pt x="0" y="0"/>
                </a:lnTo>
                <a:close/>
              </a:path>
            </a:pathLst>
          </a:custGeom>
          <a:blipFill>
            <a:blip r:embed="rId296">
              <a:extLst>
                <a:ext uri="{96DAC541-7B7A-43D3-8B79-37D633B846F1}">
                  <asvg:svgBlip xmlns:asvg="http://schemas.microsoft.com/office/drawing/2016/SVG/main" r:embed="rId29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7" id="187"/>
          <p:cNvGrpSpPr/>
          <p:nvPr/>
        </p:nvGrpSpPr>
        <p:grpSpPr>
          <a:xfrm rot="0">
            <a:off x="13432384" y="9056484"/>
            <a:ext cx="260347" cy="260347"/>
            <a:chOff x="26868476" y="18118623"/>
            <a:chExt cx="513283" cy="509397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-1" y="-3"/>
              <a:ext cx="513283" cy="509397"/>
            </a:xfrm>
            <a:custGeom>
              <a:avLst/>
              <a:gdLst/>
              <a:ahLst/>
              <a:cxnLst/>
              <a:rect r="r" b="b" t="t" l="l"/>
              <a:pathLst>
                <a:path h="509397" w="513283">
                  <a:moveTo>
                    <a:pt x="498221" y="158077"/>
                  </a:moveTo>
                  <a:lnTo>
                    <a:pt x="498221" y="116739"/>
                  </a:lnTo>
                  <a:lnTo>
                    <a:pt x="277037" y="116739"/>
                  </a:lnTo>
                  <a:lnTo>
                    <a:pt x="277037" y="0"/>
                  </a:lnTo>
                  <a:lnTo>
                    <a:pt x="234011" y="0"/>
                  </a:lnTo>
                  <a:lnTo>
                    <a:pt x="234011" y="116739"/>
                  </a:lnTo>
                  <a:lnTo>
                    <a:pt x="14505" y="116739"/>
                  </a:lnTo>
                  <a:lnTo>
                    <a:pt x="14505" y="158077"/>
                  </a:lnTo>
                  <a:lnTo>
                    <a:pt x="183186" y="158077"/>
                  </a:lnTo>
                  <a:cubicBezTo>
                    <a:pt x="142419" y="252464"/>
                    <a:pt x="73710" y="342951"/>
                    <a:pt x="0" y="388189"/>
                  </a:cubicBezTo>
                  <a:cubicBezTo>
                    <a:pt x="9475" y="396011"/>
                    <a:pt x="22886" y="411087"/>
                    <a:pt x="29592" y="421145"/>
                  </a:cubicBezTo>
                  <a:cubicBezTo>
                    <a:pt x="110034" y="366409"/>
                    <a:pt x="182070" y="266993"/>
                    <a:pt x="225072" y="158077"/>
                  </a:cubicBezTo>
                  <a:lnTo>
                    <a:pt x="234011" y="158077"/>
                  </a:lnTo>
                  <a:lnTo>
                    <a:pt x="234011" y="364173"/>
                  </a:lnTo>
                  <a:lnTo>
                    <a:pt x="104446" y="364173"/>
                  </a:lnTo>
                  <a:lnTo>
                    <a:pt x="104446" y="405512"/>
                  </a:lnTo>
                  <a:lnTo>
                    <a:pt x="234011" y="405512"/>
                  </a:lnTo>
                  <a:lnTo>
                    <a:pt x="234011" y="509397"/>
                  </a:lnTo>
                  <a:lnTo>
                    <a:pt x="277037" y="509397"/>
                  </a:lnTo>
                  <a:lnTo>
                    <a:pt x="277037" y="405512"/>
                  </a:lnTo>
                  <a:lnTo>
                    <a:pt x="406605" y="405512"/>
                  </a:lnTo>
                  <a:lnTo>
                    <a:pt x="406605" y="364173"/>
                  </a:lnTo>
                  <a:lnTo>
                    <a:pt x="277037" y="364173"/>
                  </a:lnTo>
                  <a:lnTo>
                    <a:pt x="277037" y="158077"/>
                  </a:lnTo>
                  <a:lnTo>
                    <a:pt x="284835" y="158077"/>
                  </a:lnTo>
                  <a:cubicBezTo>
                    <a:pt x="326746" y="266993"/>
                    <a:pt x="398782" y="367526"/>
                    <a:pt x="481459" y="419469"/>
                  </a:cubicBezTo>
                  <a:cubicBezTo>
                    <a:pt x="488163" y="408305"/>
                    <a:pt x="502692" y="393218"/>
                    <a:pt x="513284" y="384277"/>
                  </a:cubicBezTo>
                  <a:cubicBezTo>
                    <a:pt x="436222" y="340716"/>
                    <a:pt x="365838" y="252464"/>
                    <a:pt x="325630" y="158077"/>
                  </a:cubicBezTo>
                  <a:lnTo>
                    <a:pt x="498221" y="15807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9126865" y="4984899"/>
            <a:ext cx="501653" cy="850897"/>
            <a:chOff x="18256568" y="9971342"/>
            <a:chExt cx="997610" cy="169872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997610" cy="1698726"/>
            </a:xfrm>
            <a:custGeom>
              <a:avLst/>
              <a:gdLst/>
              <a:ahLst/>
              <a:cxnLst/>
              <a:rect r="r" b="b" t="t" l="l"/>
              <a:pathLst>
                <a:path h="1698726" w="997610">
                  <a:moveTo>
                    <a:pt x="997611" y="0"/>
                  </a:moveTo>
                  <a:lnTo>
                    <a:pt x="997611" y="1698727"/>
                  </a:lnTo>
                  <a:lnTo>
                    <a:pt x="0" y="1698727"/>
                  </a:lnTo>
                  <a:lnTo>
                    <a:pt x="0" y="0"/>
                  </a:lnTo>
                  <a:lnTo>
                    <a:pt x="99761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637651" y="7773505"/>
            <a:ext cx="965197" cy="1181100"/>
            <a:chOff x="1275945" y="15551972"/>
            <a:chExt cx="1929130" cy="2352281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-2" y="3"/>
              <a:ext cx="1929131" cy="2352269"/>
            </a:xfrm>
            <a:custGeom>
              <a:avLst/>
              <a:gdLst/>
              <a:ahLst/>
              <a:cxnLst/>
              <a:rect r="r" b="b" t="t" l="l"/>
              <a:pathLst>
                <a:path h="2352269" w="1929131">
                  <a:moveTo>
                    <a:pt x="1929131" y="0"/>
                  </a:moveTo>
                  <a:lnTo>
                    <a:pt x="1929131" y="2352269"/>
                  </a:lnTo>
                  <a:lnTo>
                    <a:pt x="0" y="2352269"/>
                  </a:lnTo>
                  <a:lnTo>
                    <a:pt x="0" y="0"/>
                  </a:lnTo>
                  <a:lnTo>
                    <a:pt x="192913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0786139" y="5147643"/>
            <a:ext cx="533400" cy="533400"/>
            <a:chOff x="21573269" y="10296279"/>
            <a:chExt cx="1064819" cy="1064819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5" y="5"/>
              <a:ext cx="1064819" cy="1064819"/>
            </a:xfrm>
            <a:custGeom>
              <a:avLst/>
              <a:gdLst/>
              <a:ahLst/>
              <a:cxnLst/>
              <a:rect r="r" b="b" t="t" l="l"/>
              <a:pathLst>
                <a:path h="1064819" w="1064819">
                  <a:moveTo>
                    <a:pt x="1064819" y="0"/>
                  </a:moveTo>
                  <a:lnTo>
                    <a:pt x="1064819" y="1064819"/>
                  </a:lnTo>
                  <a:lnTo>
                    <a:pt x="0" y="1064819"/>
                  </a:lnTo>
                  <a:lnTo>
                    <a:pt x="0" y="0"/>
                  </a:lnTo>
                  <a:lnTo>
                    <a:pt x="10648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10786139" y="6861924"/>
            <a:ext cx="533400" cy="533400"/>
            <a:chOff x="21573269" y="13724839"/>
            <a:chExt cx="1064819" cy="106481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5" y="1"/>
              <a:ext cx="1064819" cy="1064819"/>
            </a:xfrm>
            <a:custGeom>
              <a:avLst/>
              <a:gdLst/>
              <a:ahLst/>
              <a:cxnLst/>
              <a:rect r="r" b="b" t="t" l="l"/>
              <a:pathLst>
                <a:path h="1064819" w="1064819">
                  <a:moveTo>
                    <a:pt x="1064819" y="0"/>
                  </a:moveTo>
                  <a:lnTo>
                    <a:pt x="1064819" y="1064818"/>
                  </a:lnTo>
                  <a:lnTo>
                    <a:pt x="0" y="1064818"/>
                  </a:lnTo>
                  <a:lnTo>
                    <a:pt x="0" y="0"/>
                  </a:lnTo>
                  <a:lnTo>
                    <a:pt x="10648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10797378" y="8576205"/>
            <a:ext cx="533400" cy="533400"/>
            <a:chOff x="21595748" y="17153401"/>
            <a:chExt cx="1064819" cy="106481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5" y="6"/>
              <a:ext cx="1064819" cy="1064819"/>
            </a:xfrm>
            <a:custGeom>
              <a:avLst/>
              <a:gdLst/>
              <a:ahLst/>
              <a:cxnLst/>
              <a:rect r="r" b="b" t="t" l="l"/>
              <a:pathLst>
                <a:path h="1064819" w="1064819">
                  <a:moveTo>
                    <a:pt x="1064819" y="0"/>
                  </a:moveTo>
                  <a:lnTo>
                    <a:pt x="1064819" y="1064819"/>
                  </a:lnTo>
                  <a:lnTo>
                    <a:pt x="0" y="1064819"/>
                  </a:lnTo>
                  <a:lnTo>
                    <a:pt x="0" y="0"/>
                  </a:lnTo>
                  <a:lnTo>
                    <a:pt x="10648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9" id="199"/>
          <p:cNvSpPr txBox="true"/>
          <p:nvPr/>
        </p:nvSpPr>
        <p:spPr>
          <a:xfrm rot="0">
            <a:off x="11736057" y="4637208"/>
            <a:ext cx="1106605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Portable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11747287" y="8065780"/>
            <a:ext cx="1365504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Automatic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11736057" y="6351499"/>
            <a:ext cx="1831772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Decentralized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6180213" y="969435"/>
            <a:ext cx="1089060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04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1264415" y="2464384"/>
            <a:ext cx="7447321" cy="142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TARGET OF PROJECT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828190"/>
            <a:ext cx="12011025" cy="8001000"/>
            <a:chOff x="0" y="0"/>
            <a:chExt cx="16014700" cy="1066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14700" cy="10668000"/>
            </a:xfrm>
            <a:custGeom>
              <a:avLst/>
              <a:gdLst/>
              <a:ahLst/>
              <a:cxnLst/>
              <a:rect r="r" b="b" t="t" l="l"/>
              <a:pathLst>
                <a:path h="10668000" w="16014700">
                  <a:moveTo>
                    <a:pt x="0" y="0"/>
                  </a:moveTo>
                  <a:lnTo>
                    <a:pt x="16014700" y="0"/>
                  </a:lnTo>
                  <a:lnTo>
                    <a:pt x="16014700" y="10668000"/>
                  </a:lnTo>
                  <a:lnTo>
                    <a:pt x="0" y="1066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384719" y="826847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89367" y="826938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94034" y="8268062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01005" y="8285464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00900" y="826816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12148" y="8266795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11119" y="826923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32654" y="8269310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821957" y="82671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126157" y="826892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30205" y="826588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733633" y="82679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038909" y="8268519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343405" y="8284131"/>
            <a:ext cx="285750" cy="257175"/>
          </a:xfrm>
          <a:custGeom>
            <a:avLst/>
            <a:gdLst/>
            <a:ahLst/>
            <a:cxnLst/>
            <a:rect r="r" b="b" t="t" l="l"/>
            <a:pathLst>
              <a:path h="257175" w="285750">
                <a:moveTo>
                  <a:pt x="0" y="0"/>
                </a:moveTo>
                <a:lnTo>
                  <a:pt x="285750" y="0"/>
                </a:lnTo>
                <a:lnTo>
                  <a:pt x="285750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648976" y="82671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6971159" y="8267710"/>
            <a:ext cx="247650" cy="285750"/>
            <a:chOff x="22634109" y="11029119"/>
            <a:chExt cx="318414" cy="3700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4" y="6"/>
              <a:ext cx="318415" cy="369989"/>
            </a:xfrm>
            <a:custGeom>
              <a:avLst/>
              <a:gdLst/>
              <a:ahLst/>
              <a:cxnLst/>
              <a:rect r="r" b="b" t="t" l="l"/>
              <a:pathLst>
                <a:path h="369989" w="318415">
                  <a:moveTo>
                    <a:pt x="285928" y="201447"/>
                  </a:moveTo>
                  <a:lnTo>
                    <a:pt x="285928" y="317195"/>
                  </a:lnTo>
                  <a:lnTo>
                    <a:pt x="174637" y="317195"/>
                  </a:lnTo>
                  <a:lnTo>
                    <a:pt x="174637" y="175857"/>
                  </a:lnTo>
                  <a:lnTo>
                    <a:pt x="302564" y="175857"/>
                  </a:lnTo>
                  <a:lnTo>
                    <a:pt x="302564" y="36550"/>
                  </a:lnTo>
                  <a:lnTo>
                    <a:pt x="270090" y="36550"/>
                  </a:lnTo>
                  <a:lnTo>
                    <a:pt x="270090" y="146203"/>
                  </a:lnTo>
                  <a:lnTo>
                    <a:pt x="174637" y="146203"/>
                  </a:lnTo>
                  <a:lnTo>
                    <a:pt x="174637" y="0"/>
                  </a:lnTo>
                  <a:lnTo>
                    <a:pt x="142139" y="0"/>
                  </a:lnTo>
                  <a:lnTo>
                    <a:pt x="142139" y="146203"/>
                  </a:lnTo>
                  <a:lnTo>
                    <a:pt x="49149" y="146203"/>
                  </a:lnTo>
                  <a:lnTo>
                    <a:pt x="49149" y="36957"/>
                  </a:lnTo>
                  <a:lnTo>
                    <a:pt x="17869" y="36957"/>
                  </a:lnTo>
                  <a:lnTo>
                    <a:pt x="17869" y="175857"/>
                  </a:lnTo>
                  <a:lnTo>
                    <a:pt x="142139" y="175857"/>
                  </a:lnTo>
                  <a:lnTo>
                    <a:pt x="142139" y="317195"/>
                  </a:lnTo>
                  <a:lnTo>
                    <a:pt x="32486" y="317195"/>
                  </a:lnTo>
                  <a:lnTo>
                    <a:pt x="32486" y="201447"/>
                  </a:lnTo>
                  <a:lnTo>
                    <a:pt x="0" y="201447"/>
                  </a:lnTo>
                  <a:lnTo>
                    <a:pt x="0" y="346837"/>
                  </a:lnTo>
                  <a:lnTo>
                    <a:pt x="285928" y="346837"/>
                  </a:lnTo>
                  <a:lnTo>
                    <a:pt x="285928" y="369989"/>
                  </a:lnTo>
                  <a:lnTo>
                    <a:pt x="318415" y="369989"/>
                  </a:lnTo>
                  <a:lnTo>
                    <a:pt x="318415" y="201447"/>
                  </a:lnTo>
                  <a:lnTo>
                    <a:pt x="285928" y="20144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7261834" y="8284740"/>
            <a:ext cx="276225" cy="257175"/>
          </a:xfrm>
          <a:custGeom>
            <a:avLst/>
            <a:gdLst/>
            <a:ahLst/>
            <a:cxnLst/>
            <a:rect r="r" b="b" t="t" l="l"/>
            <a:pathLst>
              <a:path h="257175" w="276225">
                <a:moveTo>
                  <a:pt x="0" y="0"/>
                </a:moveTo>
                <a:lnTo>
                  <a:pt x="276225" y="0"/>
                </a:lnTo>
                <a:lnTo>
                  <a:pt x="27622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7558375" y="82678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383957" y="868650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689519" y="8687162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996501" y="8704564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299748" y="868650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603986" y="8687572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15349" y="8687419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4216644" y="8686695"/>
            <a:ext cx="276225" cy="285750"/>
            <a:chOff x="18957730" y="11588323"/>
            <a:chExt cx="363893" cy="3688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" y="-5"/>
              <a:ext cx="363893" cy="368874"/>
            </a:xfrm>
            <a:custGeom>
              <a:avLst/>
              <a:gdLst/>
              <a:ahLst/>
              <a:cxnLst/>
              <a:rect r="r" b="b" t="t" l="l"/>
              <a:pathLst>
                <a:path h="368874" w="363893">
                  <a:moveTo>
                    <a:pt x="363893" y="208356"/>
                  </a:moveTo>
                  <a:lnTo>
                    <a:pt x="197383" y="208356"/>
                  </a:lnTo>
                  <a:lnTo>
                    <a:pt x="197383" y="142557"/>
                  </a:lnTo>
                  <a:lnTo>
                    <a:pt x="341148" y="142557"/>
                  </a:lnTo>
                  <a:lnTo>
                    <a:pt x="341148" y="113729"/>
                  </a:lnTo>
                  <a:lnTo>
                    <a:pt x="197383" y="113729"/>
                  </a:lnTo>
                  <a:lnTo>
                    <a:pt x="197383" y="47930"/>
                  </a:lnTo>
                  <a:cubicBezTo>
                    <a:pt x="245314" y="42240"/>
                    <a:pt x="289573" y="34531"/>
                    <a:pt x="324104" y="23965"/>
                  </a:cubicBezTo>
                  <a:lnTo>
                    <a:pt x="301358" y="0"/>
                  </a:lnTo>
                  <a:cubicBezTo>
                    <a:pt x="240437" y="19088"/>
                    <a:pt x="122644" y="29655"/>
                    <a:pt x="26797" y="34125"/>
                  </a:cubicBezTo>
                  <a:cubicBezTo>
                    <a:pt x="29642" y="41021"/>
                    <a:pt x="33300" y="52807"/>
                    <a:pt x="34519" y="60922"/>
                  </a:cubicBezTo>
                  <a:cubicBezTo>
                    <a:pt x="76352" y="58903"/>
                    <a:pt x="122238" y="56058"/>
                    <a:pt x="166929" y="51181"/>
                  </a:cubicBezTo>
                  <a:lnTo>
                    <a:pt x="166929" y="113729"/>
                  </a:lnTo>
                  <a:lnTo>
                    <a:pt x="27203" y="113729"/>
                  </a:lnTo>
                  <a:lnTo>
                    <a:pt x="27203" y="142557"/>
                  </a:lnTo>
                  <a:lnTo>
                    <a:pt x="166929" y="142557"/>
                  </a:lnTo>
                  <a:lnTo>
                    <a:pt x="166929" y="208356"/>
                  </a:lnTo>
                  <a:lnTo>
                    <a:pt x="0" y="208356"/>
                  </a:lnTo>
                  <a:lnTo>
                    <a:pt x="0" y="238010"/>
                  </a:lnTo>
                  <a:lnTo>
                    <a:pt x="166929" y="238010"/>
                  </a:lnTo>
                  <a:lnTo>
                    <a:pt x="166929" y="327761"/>
                  </a:lnTo>
                  <a:cubicBezTo>
                    <a:pt x="166929" y="336296"/>
                    <a:pt x="163271" y="339141"/>
                    <a:pt x="154330" y="339141"/>
                  </a:cubicBezTo>
                  <a:cubicBezTo>
                    <a:pt x="144996" y="339547"/>
                    <a:pt x="113309" y="339954"/>
                    <a:pt x="79197" y="338734"/>
                  </a:cubicBezTo>
                  <a:cubicBezTo>
                    <a:pt x="84074" y="346849"/>
                    <a:pt x="89764" y="360261"/>
                    <a:pt x="92202" y="368783"/>
                  </a:cubicBezTo>
                  <a:cubicBezTo>
                    <a:pt x="134837" y="369189"/>
                    <a:pt x="160834" y="368376"/>
                    <a:pt x="175845" y="363512"/>
                  </a:cubicBezTo>
                  <a:cubicBezTo>
                    <a:pt x="190881" y="358635"/>
                    <a:pt x="197383" y="349694"/>
                    <a:pt x="197383" y="328168"/>
                  </a:cubicBezTo>
                  <a:lnTo>
                    <a:pt x="197383" y="238010"/>
                  </a:lnTo>
                  <a:lnTo>
                    <a:pt x="363893" y="238010"/>
                  </a:lnTo>
                  <a:lnTo>
                    <a:pt x="363893" y="20835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4515024" y="868711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382891" y="552432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688300" y="552387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991290" y="5530005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298834" y="5532291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602119" y="552539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919654" y="5524176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207814" y="5524786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4515328" y="552402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822414" y="552387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5232656" y="5620912"/>
            <a:ext cx="66675" cy="104775"/>
            <a:chOff x="20315055" y="7494947"/>
            <a:chExt cx="79197" cy="138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4" y="-4"/>
              <a:ext cx="79198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8">
                  <a:moveTo>
                    <a:pt x="8915" y="138912"/>
                  </a:moveTo>
                  <a:cubicBezTo>
                    <a:pt x="51575" y="123875"/>
                    <a:pt x="79198" y="90576"/>
                    <a:pt x="79198" y="46710"/>
                  </a:cubicBezTo>
                  <a:cubicBezTo>
                    <a:pt x="79198" y="18288"/>
                    <a:pt x="67005" y="0"/>
                    <a:pt x="44667" y="0"/>
                  </a:cubicBezTo>
                  <a:cubicBezTo>
                    <a:pt x="28017" y="0"/>
                    <a:pt x="13793" y="10160"/>
                    <a:pt x="13793" y="29248"/>
                  </a:cubicBezTo>
                  <a:cubicBezTo>
                    <a:pt x="13793" y="48336"/>
                    <a:pt x="27610" y="58089"/>
                    <a:pt x="44259" y="58089"/>
                  </a:cubicBezTo>
                  <a:cubicBezTo>
                    <a:pt x="46698" y="58089"/>
                    <a:pt x="48730" y="58089"/>
                    <a:pt x="51169" y="57683"/>
                  </a:cubicBezTo>
                  <a:cubicBezTo>
                    <a:pt x="49136" y="85293"/>
                    <a:pt x="31255" y="104381"/>
                    <a:pt x="0" y="117386"/>
                  </a:cubicBezTo>
                  <a:lnTo>
                    <a:pt x="8915" y="1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5429290" y="552327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730337" y="5524786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037843" y="552402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344929" y="552387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641470" y="5524329"/>
            <a:ext cx="295275" cy="285750"/>
          </a:xfrm>
          <a:custGeom>
            <a:avLst/>
            <a:gdLst/>
            <a:ahLst/>
            <a:cxnLst/>
            <a:rect r="r" b="b" t="t" l="l"/>
            <a:pathLst>
              <a:path h="285750" w="295275">
                <a:moveTo>
                  <a:pt x="0" y="0"/>
                </a:moveTo>
                <a:lnTo>
                  <a:pt x="295275" y="0"/>
                </a:lnTo>
                <a:lnTo>
                  <a:pt x="2952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6949452" y="5545131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7254023" y="552387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7560509" y="552356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3511641" y="6040012"/>
            <a:ext cx="66675" cy="104775"/>
            <a:chOff x="18020369" y="8053747"/>
            <a:chExt cx="79197" cy="1389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4" y="-4"/>
              <a:ext cx="79197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7">
                  <a:moveTo>
                    <a:pt x="8941" y="138912"/>
                  </a:moveTo>
                  <a:cubicBezTo>
                    <a:pt x="51575" y="123875"/>
                    <a:pt x="79197" y="90576"/>
                    <a:pt x="79197" y="46710"/>
                  </a:cubicBezTo>
                  <a:cubicBezTo>
                    <a:pt x="79197" y="18288"/>
                    <a:pt x="67018" y="0"/>
                    <a:pt x="44666" y="0"/>
                  </a:cubicBezTo>
                  <a:cubicBezTo>
                    <a:pt x="28017" y="0"/>
                    <a:pt x="13818" y="10160"/>
                    <a:pt x="13818" y="29248"/>
                  </a:cubicBezTo>
                  <a:cubicBezTo>
                    <a:pt x="13818" y="48336"/>
                    <a:pt x="27609" y="58089"/>
                    <a:pt x="44260" y="58089"/>
                  </a:cubicBezTo>
                  <a:cubicBezTo>
                    <a:pt x="46698" y="58089"/>
                    <a:pt x="48731" y="58089"/>
                    <a:pt x="51169" y="57683"/>
                  </a:cubicBezTo>
                  <a:cubicBezTo>
                    <a:pt x="49137" y="85293"/>
                    <a:pt x="31268" y="104381"/>
                    <a:pt x="0" y="117386"/>
                  </a:cubicBezTo>
                  <a:lnTo>
                    <a:pt x="8941" y="1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713647" y="5943171"/>
            <a:ext cx="276225" cy="276225"/>
            <a:chOff x="18288694" y="7929467"/>
            <a:chExt cx="360642" cy="3578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" y="-6"/>
              <a:ext cx="360642" cy="357822"/>
            </a:xfrm>
            <a:custGeom>
              <a:avLst/>
              <a:gdLst/>
              <a:ahLst/>
              <a:cxnLst/>
              <a:rect r="r" b="b" t="t" l="l"/>
              <a:pathLst>
                <a:path h="357822" w="360642">
                  <a:moveTo>
                    <a:pt x="196163" y="328575"/>
                  </a:moveTo>
                  <a:lnTo>
                    <a:pt x="196163" y="225413"/>
                  </a:lnTo>
                  <a:lnTo>
                    <a:pt x="326541" y="225413"/>
                  </a:lnTo>
                  <a:lnTo>
                    <a:pt x="326541" y="196177"/>
                  </a:lnTo>
                  <a:lnTo>
                    <a:pt x="196163" y="196177"/>
                  </a:lnTo>
                  <a:lnTo>
                    <a:pt x="196163" y="107632"/>
                  </a:lnTo>
                  <a:lnTo>
                    <a:pt x="341553" y="107632"/>
                  </a:lnTo>
                  <a:lnTo>
                    <a:pt x="341553" y="77991"/>
                  </a:lnTo>
                  <a:lnTo>
                    <a:pt x="196163" y="77991"/>
                  </a:lnTo>
                  <a:lnTo>
                    <a:pt x="196163" y="0"/>
                  </a:lnTo>
                  <a:lnTo>
                    <a:pt x="165303" y="0"/>
                  </a:lnTo>
                  <a:lnTo>
                    <a:pt x="165303" y="77991"/>
                  </a:lnTo>
                  <a:lnTo>
                    <a:pt x="82854" y="77991"/>
                  </a:lnTo>
                  <a:cubicBezTo>
                    <a:pt x="91770" y="57277"/>
                    <a:pt x="99085" y="35344"/>
                    <a:pt x="105587" y="13005"/>
                  </a:cubicBezTo>
                  <a:lnTo>
                    <a:pt x="75132" y="6503"/>
                  </a:lnTo>
                  <a:cubicBezTo>
                    <a:pt x="59296" y="64173"/>
                    <a:pt x="33299" y="120231"/>
                    <a:pt x="0" y="155969"/>
                  </a:cubicBezTo>
                  <a:cubicBezTo>
                    <a:pt x="8102" y="160033"/>
                    <a:pt x="21513" y="168961"/>
                    <a:pt x="27203" y="173838"/>
                  </a:cubicBezTo>
                  <a:cubicBezTo>
                    <a:pt x="42633" y="155563"/>
                    <a:pt x="56857" y="133223"/>
                    <a:pt x="69850" y="107632"/>
                  </a:cubicBezTo>
                  <a:lnTo>
                    <a:pt x="165303" y="107632"/>
                  </a:lnTo>
                  <a:lnTo>
                    <a:pt x="165303" y="196177"/>
                  </a:lnTo>
                  <a:lnTo>
                    <a:pt x="44665" y="196177"/>
                  </a:lnTo>
                  <a:lnTo>
                    <a:pt x="44665" y="225413"/>
                  </a:lnTo>
                  <a:lnTo>
                    <a:pt x="165303" y="225413"/>
                  </a:lnTo>
                  <a:lnTo>
                    <a:pt x="165303" y="328575"/>
                  </a:lnTo>
                  <a:lnTo>
                    <a:pt x="812" y="328575"/>
                  </a:lnTo>
                  <a:lnTo>
                    <a:pt x="812" y="357822"/>
                  </a:lnTo>
                  <a:lnTo>
                    <a:pt x="360641" y="357822"/>
                  </a:lnTo>
                  <a:lnTo>
                    <a:pt x="360641" y="328575"/>
                  </a:lnTo>
                  <a:lnTo>
                    <a:pt x="196163" y="3285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4012637" y="594449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4317132" y="594210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4622751" y="5947277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4925989" y="594419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5241191" y="5943886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5552172" y="5944572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15838427" y="594327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6143999" y="594525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9"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6556669" y="6040012"/>
            <a:ext cx="66675" cy="104775"/>
            <a:chOff x="22080406" y="8053747"/>
            <a:chExt cx="79197" cy="1389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4" y="-4"/>
              <a:ext cx="79197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7">
                  <a:moveTo>
                    <a:pt x="8941" y="138912"/>
                  </a:moveTo>
                  <a:cubicBezTo>
                    <a:pt x="51575" y="123875"/>
                    <a:pt x="79197" y="90576"/>
                    <a:pt x="79197" y="46710"/>
                  </a:cubicBezTo>
                  <a:cubicBezTo>
                    <a:pt x="79197" y="18288"/>
                    <a:pt x="67018" y="0"/>
                    <a:pt x="44680" y="0"/>
                  </a:cubicBezTo>
                  <a:cubicBezTo>
                    <a:pt x="28017" y="0"/>
                    <a:pt x="13818" y="10160"/>
                    <a:pt x="13818" y="29248"/>
                  </a:cubicBezTo>
                  <a:cubicBezTo>
                    <a:pt x="13818" y="48336"/>
                    <a:pt x="27609" y="58089"/>
                    <a:pt x="44272" y="58089"/>
                  </a:cubicBezTo>
                  <a:cubicBezTo>
                    <a:pt x="46710" y="58089"/>
                    <a:pt x="48730" y="58089"/>
                    <a:pt x="51169" y="57683"/>
                  </a:cubicBezTo>
                  <a:cubicBezTo>
                    <a:pt x="49137" y="85293"/>
                    <a:pt x="31268" y="104381"/>
                    <a:pt x="0" y="117386"/>
                  </a:cubicBezTo>
                  <a:lnTo>
                    <a:pt x="8941" y="1389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6753303" y="5944238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7059189" y="594251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3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7362160" y="594449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5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2389634" y="6361157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07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2689367" y="6362881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3010140" y="6363672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3299443" y="63614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3603643" y="6363291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3907691" y="636025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7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4211119" y="63622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4516395" y="6362881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14820890" y="6378492"/>
            <a:ext cx="285750" cy="257175"/>
          </a:xfrm>
          <a:custGeom>
            <a:avLst/>
            <a:gdLst/>
            <a:ahLst/>
            <a:cxnLst/>
            <a:rect r="r" b="b" t="t" l="l"/>
            <a:pathLst>
              <a:path h="257175" w="285750">
                <a:moveTo>
                  <a:pt x="0" y="0"/>
                </a:moveTo>
                <a:lnTo>
                  <a:pt x="285750" y="0"/>
                </a:lnTo>
                <a:lnTo>
                  <a:pt x="285750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2378433" y="2780500"/>
            <a:ext cx="295275" cy="285750"/>
          </a:xfrm>
          <a:custGeom>
            <a:avLst/>
            <a:gdLst/>
            <a:ahLst/>
            <a:cxnLst/>
            <a:rect r="r" b="b" t="t" l="l"/>
            <a:pathLst>
              <a:path h="285750" w="295275">
                <a:moveTo>
                  <a:pt x="0" y="0"/>
                </a:moveTo>
                <a:lnTo>
                  <a:pt x="295275" y="0"/>
                </a:lnTo>
                <a:lnTo>
                  <a:pt x="2952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2686405" y="2801302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12994034" y="2780852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29"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3298529" y="2780195"/>
            <a:ext cx="285750" cy="285750"/>
            <a:chOff x="17735245" y="3712230"/>
            <a:chExt cx="373240" cy="37040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-1" y="5"/>
              <a:ext cx="373241" cy="370396"/>
            </a:xfrm>
            <a:custGeom>
              <a:avLst/>
              <a:gdLst/>
              <a:ahLst/>
              <a:cxnLst/>
              <a:rect r="r" b="b" t="t" l="l"/>
              <a:pathLst>
                <a:path h="370396" w="373241">
                  <a:moveTo>
                    <a:pt x="362295" y="114935"/>
                  </a:moveTo>
                  <a:lnTo>
                    <a:pt x="362295" y="84874"/>
                  </a:lnTo>
                  <a:lnTo>
                    <a:pt x="201461" y="84874"/>
                  </a:lnTo>
                  <a:lnTo>
                    <a:pt x="201461" y="0"/>
                  </a:lnTo>
                  <a:lnTo>
                    <a:pt x="170181" y="0"/>
                  </a:lnTo>
                  <a:lnTo>
                    <a:pt x="170181" y="84874"/>
                  </a:lnTo>
                  <a:lnTo>
                    <a:pt x="10567" y="84874"/>
                  </a:lnTo>
                  <a:lnTo>
                    <a:pt x="10567" y="114935"/>
                  </a:lnTo>
                  <a:lnTo>
                    <a:pt x="133211" y="114935"/>
                  </a:lnTo>
                  <a:cubicBezTo>
                    <a:pt x="103569" y="183578"/>
                    <a:pt x="53608" y="249365"/>
                    <a:pt x="0" y="282270"/>
                  </a:cubicBezTo>
                  <a:cubicBezTo>
                    <a:pt x="6910" y="287947"/>
                    <a:pt x="16663" y="298920"/>
                    <a:pt x="21528" y="306223"/>
                  </a:cubicBezTo>
                  <a:cubicBezTo>
                    <a:pt x="80011" y="266421"/>
                    <a:pt x="132399" y="194132"/>
                    <a:pt x="163679" y="114935"/>
                  </a:cubicBezTo>
                  <a:lnTo>
                    <a:pt x="170181" y="114935"/>
                  </a:lnTo>
                  <a:lnTo>
                    <a:pt x="170181" y="264808"/>
                  </a:lnTo>
                  <a:lnTo>
                    <a:pt x="75948" y="264808"/>
                  </a:lnTo>
                  <a:lnTo>
                    <a:pt x="75948" y="294856"/>
                  </a:lnTo>
                  <a:lnTo>
                    <a:pt x="170181" y="294856"/>
                  </a:lnTo>
                  <a:lnTo>
                    <a:pt x="170181" y="370396"/>
                  </a:lnTo>
                  <a:lnTo>
                    <a:pt x="201461" y="370396"/>
                  </a:lnTo>
                  <a:lnTo>
                    <a:pt x="201461" y="294856"/>
                  </a:lnTo>
                  <a:lnTo>
                    <a:pt x="295669" y="294856"/>
                  </a:lnTo>
                  <a:lnTo>
                    <a:pt x="295669" y="264808"/>
                  </a:lnTo>
                  <a:lnTo>
                    <a:pt x="201461" y="264808"/>
                  </a:lnTo>
                  <a:lnTo>
                    <a:pt x="201461" y="114935"/>
                  </a:lnTo>
                  <a:lnTo>
                    <a:pt x="207151" y="114935"/>
                  </a:lnTo>
                  <a:cubicBezTo>
                    <a:pt x="237592" y="194132"/>
                    <a:pt x="290006" y="267233"/>
                    <a:pt x="350102" y="305016"/>
                  </a:cubicBezTo>
                  <a:cubicBezTo>
                    <a:pt x="354979" y="296888"/>
                    <a:pt x="365546" y="285915"/>
                    <a:pt x="373241" y="279425"/>
                  </a:cubicBezTo>
                  <a:cubicBezTo>
                    <a:pt x="317209" y="247739"/>
                    <a:pt x="266028" y="183578"/>
                    <a:pt x="236780" y="114935"/>
                  </a:cubicBezTo>
                  <a:lnTo>
                    <a:pt x="362295" y="11493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6" id="86"/>
          <p:cNvSpPr/>
          <p:nvPr/>
        </p:nvSpPr>
        <p:spPr>
          <a:xfrm flipH="false" flipV="false" rot="0">
            <a:off x="13619150" y="2781643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31">
              <a:extLst>
                <a:ext uri="{96DAC541-7B7A-43D3-8B79-37D633B846F1}">
                  <asvg:svgBlip xmlns:asvg="http://schemas.microsoft.com/office/drawing/2016/SVG/main" r:embed="rId1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4504813" y="2780043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33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4810080" y="2795664"/>
            <a:ext cx="285750" cy="266700"/>
          </a:xfrm>
          <a:custGeom>
            <a:avLst/>
            <a:gdLst/>
            <a:ahLst/>
            <a:cxnLst/>
            <a:rect r="r" b="b" t="t" l="l"/>
            <a:pathLst>
              <a:path h="266700" w="285750">
                <a:moveTo>
                  <a:pt x="0" y="0"/>
                </a:moveTo>
                <a:lnTo>
                  <a:pt x="285750" y="0"/>
                </a:lnTo>
                <a:lnTo>
                  <a:pt x="2857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5110317" y="277958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5447731" y="2800274"/>
            <a:ext cx="247650" cy="257175"/>
          </a:xfrm>
          <a:custGeom>
            <a:avLst/>
            <a:gdLst/>
            <a:ahLst/>
            <a:cxnLst/>
            <a:rect r="r" b="b" t="t" l="l"/>
            <a:pathLst>
              <a:path h="257175" w="247650">
                <a:moveTo>
                  <a:pt x="0" y="0"/>
                </a:moveTo>
                <a:lnTo>
                  <a:pt x="247650" y="0"/>
                </a:lnTo>
                <a:lnTo>
                  <a:pt x="247650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5722222" y="2788463"/>
            <a:ext cx="285750" cy="276225"/>
          </a:xfrm>
          <a:custGeom>
            <a:avLst/>
            <a:gdLst/>
            <a:ahLst/>
            <a:cxnLst/>
            <a:rect r="r" b="b" t="t" l="l"/>
            <a:pathLst>
              <a:path h="276225" w="285750">
                <a:moveTo>
                  <a:pt x="0" y="0"/>
                </a:moveTo>
                <a:lnTo>
                  <a:pt x="285750" y="0"/>
                </a:lnTo>
                <a:lnTo>
                  <a:pt x="28575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6031670" y="2779433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7419768" y="2877083"/>
            <a:ext cx="66675" cy="104775"/>
            <a:chOff x="23231213" y="3836511"/>
            <a:chExt cx="79197" cy="1389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-4" y="-6"/>
              <a:ext cx="79197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7">
                  <a:moveTo>
                    <a:pt x="8940" y="138913"/>
                  </a:moveTo>
                  <a:cubicBezTo>
                    <a:pt x="51587" y="123876"/>
                    <a:pt x="79197" y="90576"/>
                    <a:pt x="79197" y="46711"/>
                  </a:cubicBezTo>
                  <a:cubicBezTo>
                    <a:pt x="79197" y="18288"/>
                    <a:pt x="67030" y="0"/>
                    <a:pt x="44692" y="0"/>
                  </a:cubicBezTo>
                  <a:cubicBezTo>
                    <a:pt x="28029" y="0"/>
                    <a:pt x="13818" y="10160"/>
                    <a:pt x="13818" y="29248"/>
                  </a:cubicBezTo>
                  <a:cubicBezTo>
                    <a:pt x="13818" y="48336"/>
                    <a:pt x="27623" y="58090"/>
                    <a:pt x="44284" y="58090"/>
                  </a:cubicBezTo>
                  <a:cubicBezTo>
                    <a:pt x="46723" y="58090"/>
                    <a:pt x="48743" y="58090"/>
                    <a:pt x="51181" y="57683"/>
                  </a:cubicBezTo>
                  <a:cubicBezTo>
                    <a:pt x="49149" y="85293"/>
                    <a:pt x="31280" y="104381"/>
                    <a:pt x="0" y="117386"/>
                  </a:cubicBezTo>
                  <a:lnTo>
                    <a:pt x="8940" y="13891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2380757" y="320005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2708112" y="3199143"/>
            <a:ext cx="247650" cy="285750"/>
            <a:chOff x="16950047" y="4271030"/>
            <a:chExt cx="318414" cy="37000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4" y="5"/>
              <a:ext cx="318413" cy="369989"/>
            </a:xfrm>
            <a:custGeom>
              <a:avLst/>
              <a:gdLst/>
              <a:ahLst/>
              <a:cxnLst/>
              <a:rect r="r" b="b" t="t" l="l"/>
              <a:pathLst>
                <a:path h="369989" w="318413">
                  <a:moveTo>
                    <a:pt x="285927" y="201448"/>
                  </a:moveTo>
                  <a:lnTo>
                    <a:pt x="285927" y="317195"/>
                  </a:lnTo>
                  <a:lnTo>
                    <a:pt x="174650" y="317195"/>
                  </a:lnTo>
                  <a:lnTo>
                    <a:pt x="174650" y="175857"/>
                  </a:lnTo>
                  <a:lnTo>
                    <a:pt x="302590" y="175857"/>
                  </a:lnTo>
                  <a:lnTo>
                    <a:pt x="302590" y="36551"/>
                  </a:lnTo>
                  <a:lnTo>
                    <a:pt x="270091" y="36551"/>
                  </a:lnTo>
                  <a:lnTo>
                    <a:pt x="270091" y="146202"/>
                  </a:lnTo>
                  <a:lnTo>
                    <a:pt x="174650" y="146202"/>
                  </a:lnTo>
                  <a:lnTo>
                    <a:pt x="174650" y="0"/>
                  </a:lnTo>
                  <a:lnTo>
                    <a:pt x="142164" y="0"/>
                  </a:lnTo>
                  <a:lnTo>
                    <a:pt x="142164" y="146202"/>
                  </a:lnTo>
                  <a:lnTo>
                    <a:pt x="49149" y="146202"/>
                  </a:lnTo>
                  <a:lnTo>
                    <a:pt x="49149" y="36957"/>
                  </a:lnTo>
                  <a:lnTo>
                    <a:pt x="17869" y="36957"/>
                  </a:lnTo>
                  <a:lnTo>
                    <a:pt x="17869" y="175857"/>
                  </a:lnTo>
                  <a:lnTo>
                    <a:pt x="142164" y="175857"/>
                  </a:lnTo>
                  <a:lnTo>
                    <a:pt x="142164" y="317195"/>
                  </a:lnTo>
                  <a:lnTo>
                    <a:pt x="32499" y="317195"/>
                  </a:lnTo>
                  <a:lnTo>
                    <a:pt x="32499" y="201448"/>
                  </a:lnTo>
                  <a:lnTo>
                    <a:pt x="0" y="201448"/>
                  </a:lnTo>
                  <a:lnTo>
                    <a:pt x="0" y="346837"/>
                  </a:lnTo>
                  <a:lnTo>
                    <a:pt x="285927" y="346837"/>
                  </a:lnTo>
                  <a:lnTo>
                    <a:pt x="285927" y="369989"/>
                  </a:lnTo>
                  <a:lnTo>
                    <a:pt x="318413" y="369989"/>
                  </a:lnTo>
                  <a:lnTo>
                    <a:pt x="318413" y="201448"/>
                  </a:lnTo>
                  <a:lnTo>
                    <a:pt x="285927" y="20144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12995700" y="3217050"/>
            <a:ext cx="285750" cy="266700"/>
          </a:xfrm>
          <a:custGeom>
            <a:avLst/>
            <a:gdLst/>
            <a:ahLst/>
            <a:cxnLst/>
            <a:rect r="r" b="b" t="t" l="l"/>
            <a:pathLst>
              <a:path h="266700" w="285750">
                <a:moveTo>
                  <a:pt x="0" y="0"/>
                </a:moveTo>
                <a:lnTo>
                  <a:pt x="285750" y="0"/>
                </a:lnTo>
                <a:lnTo>
                  <a:pt x="2857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3296090" y="320127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9">
              <a:extLst>
                <a:ext uri="{96DAC541-7B7A-43D3-8B79-37D633B846F1}">
                  <asvg:svgBlip xmlns:asvg="http://schemas.microsoft.com/office/drawing/2016/SVG/main" r:embed="rId1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3599833" y="3199143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1">
              <a:extLst>
                <a:ext uri="{96DAC541-7B7A-43D3-8B79-37D633B846F1}">
                  <asvg:svgBlip xmlns:asvg="http://schemas.microsoft.com/office/drawing/2016/SVG/main" r:embed="rId1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3923655" y="3200743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53">
              <a:extLst>
                <a:ext uri="{96DAC541-7B7A-43D3-8B79-37D633B846F1}">
                  <asvg:svgBlip xmlns:asvg="http://schemas.microsoft.com/office/drawing/2016/SVG/main" r:embed="rId1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4230474" y="3199143"/>
            <a:ext cx="247650" cy="285750"/>
          </a:xfrm>
          <a:custGeom>
            <a:avLst/>
            <a:gdLst/>
            <a:ahLst/>
            <a:cxnLst/>
            <a:rect r="r" b="b" t="t" l="l"/>
            <a:pathLst>
              <a:path h="285750" w="247650">
                <a:moveTo>
                  <a:pt x="0" y="0"/>
                </a:moveTo>
                <a:lnTo>
                  <a:pt x="247650" y="0"/>
                </a:lnTo>
                <a:lnTo>
                  <a:pt x="2476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5">
              <a:extLst>
                <a:ext uri="{96DAC541-7B7A-43D3-8B79-37D633B846F1}">
                  <asvg:svgBlip xmlns:asvg="http://schemas.microsoft.com/office/drawing/2016/SVG/main" r:embed="rId1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14516548" y="319822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7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4821348" y="3198686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5127615" y="3199933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5537151" y="3296183"/>
            <a:ext cx="66675" cy="104775"/>
            <a:chOff x="20721049" y="4395311"/>
            <a:chExt cx="79197" cy="1389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4" y="-6"/>
              <a:ext cx="79197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7">
                  <a:moveTo>
                    <a:pt x="8941" y="138913"/>
                  </a:moveTo>
                  <a:cubicBezTo>
                    <a:pt x="51575" y="123876"/>
                    <a:pt x="79197" y="90576"/>
                    <a:pt x="79197" y="46711"/>
                  </a:cubicBezTo>
                  <a:cubicBezTo>
                    <a:pt x="79197" y="18288"/>
                    <a:pt x="67018" y="0"/>
                    <a:pt x="44679" y="0"/>
                  </a:cubicBezTo>
                  <a:cubicBezTo>
                    <a:pt x="28017" y="0"/>
                    <a:pt x="13818" y="10160"/>
                    <a:pt x="13818" y="29248"/>
                  </a:cubicBezTo>
                  <a:cubicBezTo>
                    <a:pt x="13818" y="48336"/>
                    <a:pt x="27611" y="58090"/>
                    <a:pt x="44272" y="58090"/>
                  </a:cubicBezTo>
                  <a:cubicBezTo>
                    <a:pt x="46710" y="58090"/>
                    <a:pt x="48730" y="58090"/>
                    <a:pt x="51169" y="57683"/>
                  </a:cubicBezTo>
                  <a:cubicBezTo>
                    <a:pt x="49137" y="85293"/>
                    <a:pt x="31268" y="104381"/>
                    <a:pt x="0" y="117386"/>
                  </a:cubicBezTo>
                  <a:lnTo>
                    <a:pt x="8941" y="13891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15748683" y="3217050"/>
            <a:ext cx="257175" cy="266700"/>
          </a:xfrm>
          <a:custGeom>
            <a:avLst/>
            <a:gdLst/>
            <a:ahLst/>
            <a:cxnLst/>
            <a:rect r="r" b="b" t="t" l="l"/>
            <a:pathLst>
              <a:path h="266700" w="257175">
                <a:moveTo>
                  <a:pt x="0" y="0"/>
                </a:moveTo>
                <a:lnTo>
                  <a:pt x="257175" y="0"/>
                </a:lnTo>
                <a:lnTo>
                  <a:pt x="2571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6052997" y="3199143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6345462" y="3203753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6652519" y="3203953"/>
            <a:ext cx="276225" cy="266700"/>
            <a:chOff x="22206577" y="4277121"/>
            <a:chExt cx="361861" cy="34522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-5" y="-2"/>
              <a:ext cx="361874" cy="345224"/>
            </a:xfrm>
            <a:custGeom>
              <a:avLst/>
              <a:gdLst/>
              <a:ahLst/>
              <a:cxnLst/>
              <a:rect r="r" b="b" t="t" l="l"/>
              <a:pathLst>
                <a:path h="345224" w="361874">
                  <a:moveTo>
                    <a:pt x="183173" y="315175"/>
                  </a:moveTo>
                  <a:lnTo>
                    <a:pt x="183173" y="154342"/>
                  </a:lnTo>
                  <a:lnTo>
                    <a:pt x="334253" y="154342"/>
                  </a:lnTo>
                  <a:lnTo>
                    <a:pt x="334253" y="124281"/>
                  </a:lnTo>
                  <a:lnTo>
                    <a:pt x="183173" y="124281"/>
                  </a:lnTo>
                  <a:lnTo>
                    <a:pt x="183173" y="0"/>
                  </a:lnTo>
                  <a:lnTo>
                    <a:pt x="151487" y="0"/>
                  </a:lnTo>
                  <a:lnTo>
                    <a:pt x="151487" y="315175"/>
                  </a:lnTo>
                  <a:lnTo>
                    <a:pt x="0" y="315175"/>
                  </a:lnTo>
                  <a:lnTo>
                    <a:pt x="0" y="345223"/>
                  </a:lnTo>
                  <a:lnTo>
                    <a:pt x="361874" y="345223"/>
                  </a:lnTo>
                  <a:lnTo>
                    <a:pt x="361874" y="315175"/>
                  </a:lnTo>
                  <a:lnTo>
                    <a:pt x="183173" y="31517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3" id="113"/>
          <p:cNvSpPr/>
          <p:nvPr/>
        </p:nvSpPr>
        <p:spPr>
          <a:xfrm flipH="false" flipV="false" rot="0">
            <a:off x="16966511" y="3199143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5">
              <a:extLst>
                <a:ext uri="{96DAC541-7B7A-43D3-8B79-37D633B846F1}">
                  <asvg:svgBlip xmlns:asvg="http://schemas.microsoft.com/office/drawing/2016/SVG/main" r:embed="rId1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17271816" y="3215373"/>
            <a:ext cx="257175" cy="266700"/>
          </a:xfrm>
          <a:custGeom>
            <a:avLst/>
            <a:gdLst/>
            <a:ahLst/>
            <a:cxnLst/>
            <a:rect r="r" b="b" t="t" l="l"/>
            <a:pathLst>
              <a:path h="266700" w="257175">
                <a:moveTo>
                  <a:pt x="0" y="0"/>
                </a:moveTo>
                <a:lnTo>
                  <a:pt x="257175" y="0"/>
                </a:lnTo>
                <a:lnTo>
                  <a:pt x="2571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70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17561462" y="3199448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49"/>
                </a:lnTo>
                <a:lnTo>
                  <a:pt x="0" y="285749"/>
                </a:lnTo>
                <a:lnTo>
                  <a:pt x="0" y="0"/>
                </a:lnTo>
                <a:close/>
              </a:path>
            </a:pathLst>
          </a:custGeom>
          <a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12389482" y="3623767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12689672" y="361976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76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12993424" y="361793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78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13299481" y="3618395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0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0" id="120"/>
          <p:cNvSpPr/>
          <p:nvPr/>
        </p:nvSpPr>
        <p:spPr>
          <a:xfrm flipH="false" flipV="false" rot="0">
            <a:off x="13608406" y="3618090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1" id="121"/>
          <p:cNvSpPr/>
          <p:nvPr/>
        </p:nvSpPr>
        <p:spPr>
          <a:xfrm flipH="false" flipV="false" rot="0">
            <a:off x="13908529" y="3626358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0">
            <a:off x="14319142" y="3715283"/>
            <a:ext cx="66675" cy="104775"/>
            <a:chOff x="19097041" y="4954111"/>
            <a:chExt cx="79197" cy="1389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-6"/>
              <a:ext cx="79197" cy="138912"/>
            </a:xfrm>
            <a:custGeom>
              <a:avLst/>
              <a:gdLst/>
              <a:ahLst/>
              <a:cxnLst/>
              <a:rect r="r" b="b" t="t" l="l"/>
              <a:pathLst>
                <a:path h="138912" w="79197">
                  <a:moveTo>
                    <a:pt x="8928" y="138913"/>
                  </a:moveTo>
                  <a:cubicBezTo>
                    <a:pt x="51575" y="123876"/>
                    <a:pt x="79196" y="90576"/>
                    <a:pt x="79196" y="46711"/>
                  </a:cubicBezTo>
                  <a:cubicBezTo>
                    <a:pt x="79196" y="18288"/>
                    <a:pt x="67005" y="0"/>
                    <a:pt x="44665" y="0"/>
                  </a:cubicBezTo>
                  <a:cubicBezTo>
                    <a:pt x="28029" y="0"/>
                    <a:pt x="13805" y="10160"/>
                    <a:pt x="13805" y="29248"/>
                  </a:cubicBezTo>
                  <a:cubicBezTo>
                    <a:pt x="13805" y="48336"/>
                    <a:pt x="27623" y="58090"/>
                    <a:pt x="44259" y="58090"/>
                  </a:cubicBezTo>
                  <a:cubicBezTo>
                    <a:pt x="46698" y="58090"/>
                    <a:pt x="48730" y="58090"/>
                    <a:pt x="51169" y="57683"/>
                  </a:cubicBezTo>
                  <a:cubicBezTo>
                    <a:pt x="49136" y="85293"/>
                    <a:pt x="31280" y="104381"/>
                    <a:pt x="0" y="117386"/>
                  </a:cubicBezTo>
                  <a:lnTo>
                    <a:pt x="8928" y="13891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4" id="124"/>
          <p:cNvSpPr/>
          <p:nvPr/>
        </p:nvSpPr>
        <p:spPr>
          <a:xfrm flipH="false" flipV="false" rot="0">
            <a:off x="14520996" y="3621376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186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14817700" y="36187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15124633" y="3618433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5434358" y="3617481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5739015" y="3623767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6039367" y="36187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96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6346338" y="3617633"/>
            <a:ext cx="276225" cy="285750"/>
          </a:xfrm>
          <a:custGeom>
            <a:avLst/>
            <a:gdLst/>
            <a:ahLst/>
            <a:cxnLst/>
            <a:rect r="r" b="b" t="t" l="l"/>
            <a:pathLst>
              <a:path h="285750" w="276225">
                <a:moveTo>
                  <a:pt x="0" y="0"/>
                </a:moveTo>
                <a:lnTo>
                  <a:pt x="276225" y="0"/>
                </a:lnTo>
                <a:lnTo>
                  <a:pt x="27622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98">
              <a:extLs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843182" y="758171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0">
              <a:extLs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174118" y="757676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2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1502426" y="759162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4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1830915" y="761638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6">
              <a:extLs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2164309" y="759323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8">
              <a:extLs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2507580" y="758009"/>
            <a:ext cx="285750" cy="304800"/>
          </a:xfrm>
          <a:custGeom>
            <a:avLst/>
            <a:gdLst/>
            <a:ahLst/>
            <a:cxnLst/>
            <a:rect r="r" b="b" t="t" l="l"/>
            <a:pathLst>
              <a:path h="304800" w="285750">
                <a:moveTo>
                  <a:pt x="0" y="0"/>
                </a:moveTo>
                <a:lnTo>
                  <a:pt x="285750" y="0"/>
                </a:lnTo>
                <a:lnTo>
                  <a:pt x="28575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0">
              <a:extLs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2815457" y="758666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2">
              <a:extLs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3153832" y="757838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4">
              <a:extLs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3481826" y="757676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6">
              <a:extLs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0" id="140"/>
          <p:cNvGrpSpPr/>
          <p:nvPr/>
        </p:nvGrpSpPr>
        <p:grpSpPr>
          <a:xfrm rot="0">
            <a:off x="3931472" y="860022"/>
            <a:ext cx="66675" cy="114300"/>
            <a:chOff x="5243508" y="1147647"/>
            <a:chExt cx="85814" cy="1504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4" y="2"/>
              <a:ext cx="85801" cy="150495"/>
            </a:xfrm>
            <a:custGeom>
              <a:avLst/>
              <a:gdLst/>
              <a:ahLst/>
              <a:cxnLst/>
              <a:rect r="r" b="b" t="t" l="l"/>
              <a:pathLst>
                <a:path h="150495" w="85801">
                  <a:moveTo>
                    <a:pt x="9678" y="150495"/>
                  </a:moveTo>
                  <a:cubicBezTo>
                    <a:pt x="55880" y="134213"/>
                    <a:pt x="85802" y="98133"/>
                    <a:pt x="85802" y="50609"/>
                  </a:cubicBezTo>
                  <a:cubicBezTo>
                    <a:pt x="85802" y="19799"/>
                    <a:pt x="72606" y="0"/>
                    <a:pt x="48400" y="0"/>
                  </a:cubicBezTo>
                  <a:cubicBezTo>
                    <a:pt x="30366" y="0"/>
                    <a:pt x="14961" y="10998"/>
                    <a:pt x="14961" y="31686"/>
                  </a:cubicBezTo>
                  <a:cubicBezTo>
                    <a:pt x="14961" y="52362"/>
                    <a:pt x="29921" y="62928"/>
                    <a:pt x="47968" y="62928"/>
                  </a:cubicBezTo>
                  <a:cubicBezTo>
                    <a:pt x="50597" y="62928"/>
                    <a:pt x="52807" y="62928"/>
                    <a:pt x="55448" y="62484"/>
                  </a:cubicBezTo>
                  <a:cubicBezTo>
                    <a:pt x="53238" y="92405"/>
                    <a:pt x="33884" y="113093"/>
                    <a:pt x="0" y="127177"/>
                  </a:cubicBezTo>
                  <a:lnTo>
                    <a:pt x="9678" y="1504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2" id="142"/>
          <p:cNvSpPr/>
          <p:nvPr/>
        </p:nvSpPr>
        <p:spPr>
          <a:xfrm flipH="false" flipV="false" rot="0">
            <a:off x="4144175" y="757018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8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4465215" y="758666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4803581" y="757838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14">
              <a:extLs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5131575" y="757676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3">
              <a:extLs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5458063" y="758171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5">
              <a:extLs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5790590" y="779907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27">
              <a:extLs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6121413" y="757676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9">
              <a:extLs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6453502" y="757342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1">
              <a:extLs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0" id="150"/>
          <p:cNvGrpSpPr/>
          <p:nvPr/>
        </p:nvGrpSpPr>
        <p:grpSpPr>
          <a:xfrm rot="0">
            <a:off x="8005762" y="860022"/>
            <a:ext cx="66675" cy="114300"/>
            <a:chOff x="10675893" y="1147647"/>
            <a:chExt cx="85814" cy="15049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-6" y="2"/>
              <a:ext cx="85814" cy="150495"/>
            </a:xfrm>
            <a:custGeom>
              <a:avLst/>
              <a:gdLst/>
              <a:ahLst/>
              <a:cxnLst/>
              <a:rect r="r" b="b" t="t" l="l"/>
              <a:pathLst>
                <a:path h="150495" w="85814">
                  <a:moveTo>
                    <a:pt x="9690" y="150495"/>
                  </a:moveTo>
                  <a:cubicBezTo>
                    <a:pt x="55892" y="134213"/>
                    <a:pt x="85814" y="98133"/>
                    <a:pt x="85814" y="50609"/>
                  </a:cubicBezTo>
                  <a:cubicBezTo>
                    <a:pt x="85814" y="19799"/>
                    <a:pt x="72619" y="0"/>
                    <a:pt x="48412" y="0"/>
                  </a:cubicBezTo>
                  <a:cubicBezTo>
                    <a:pt x="30366" y="0"/>
                    <a:pt x="14973" y="10998"/>
                    <a:pt x="14973" y="31686"/>
                  </a:cubicBezTo>
                  <a:cubicBezTo>
                    <a:pt x="14973" y="52362"/>
                    <a:pt x="29934" y="62928"/>
                    <a:pt x="47968" y="62928"/>
                  </a:cubicBezTo>
                  <a:cubicBezTo>
                    <a:pt x="50610" y="62928"/>
                    <a:pt x="52807" y="62928"/>
                    <a:pt x="55448" y="62484"/>
                  </a:cubicBezTo>
                  <a:cubicBezTo>
                    <a:pt x="53252" y="92405"/>
                    <a:pt x="33896" y="113093"/>
                    <a:pt x="0" y="127177"/>
                  </a:cubicBezTo>
                  <a:lnTo>
                    <a:pt x="9690" y="1504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8223885" y="757485"/>
            <a:ext cx="295275" cy="295275"/>
            <a:chOff x="10966650" y="1012989"/>
            <a:chExt cx="390766" cy="387693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3" y="1"/>
              <a:ext cx="390766" cy="387693"/>
            </a:xfrm>
            <a:custGeom>
              <a:avLst/>
              <a:gdLst/>
              <a:ahLst/>
              <a:cxnLst/>
              <a:rect r="r" b="b" t="t" l="l"/>
              <a:pathLst>
                <a:path h="387693" w="390766">
                  <a:moveTo>
                    <a:pt x="212548" y="356006"/>
                  </a:moveTo>
                  <a:lnTo>
                    <a:pt x="212548" y="244234"/>
                  </a:lnTo>
                  <a:lnTo>
                    <a:pt x="353797" y="244234"/>
                  </a:lnTo>
                  <a:lnTo>
                    <a:pt x="353797" y="212547"/>
                  </a:lnTo>
                  <a:lnTo>
                    <a:pt x="212548" y="212547"/>
                  </a:lnTo>
                  <a:lnTo>
                    <a:pt x="212548" y="116611"/>
                  </a:lnTo>
                  <a:lnTo>
                    <a:pt x="370078" y="116611"/>
                  </a:lnTo>
                  <a:lnTo>
                    <a:pt x="370078" y="84493"/>
                  </a:lnTo>
                  <a:lnTo>
                    <a:pt x="212548" y="84493"/>
                  </a:lnTo>
                  <a:lnTo>
                    <a:pt x="212548" y="0"/>
                  </a:lnTo>
                  <a:lnTo>
                    <a:pt x="179096" y="0"/>
                  </a:lnTo>
                  <a:lnTo>
                    <a:pt x="179096" y="84493"/>
                  </a:lnTo>
                  <a:lnTo>
                    <a:pt x="89764" y="84493"/>
                  </a:lnTo>
                  <a:cubicBezTo>
                    <a:pt x="99454" y="62052"/>
                    <a:pt x="107366" y="38290"/>
                    <a:pt x="114415" y="14084"/>
                  </a:cubicBezTo>
                  <a:lnTo>
                    <a:pt x="81408" y="7036"/>
                  </a:lnTo>
                  <a:cubicBezTo>
                    <a:pt x="64250" y="69532"/>
                    <a:pt x="36081" y="130251"/>
                    <a:pt x="0" y="168986"/>
                  </a:cubicBezTo>
                  <a:cubicBezTo>
                    <a:pt x="8801" y="173380"/>
                    <a:pt x="23317" y="183058"/>
                    <a:pt x="29477" y="188341"/>
                  </a:cubicBezTo>
                  <a:cubicBezTo>
                    <a:pt x="46203" y="168541"/>
                    <a:pt x="61608" y="144335"/>
                    <a:pt x="75679" y="116611"/>
                  </a:cubicBezTo>
                  <a:lnTo>
                    <a:pt x="179096" y="116611"/>
                  </a:lnTo>
                  <a:lnTo>
                    <a:pt x="179096" y="212547"/>
                  </a:lnTo>
                  <a:lnTo>
                    <a:pt x="48400" y="212547"/>
                  </a:lnTo>
                  <a:lnTo>
                    <a:pt x="48400" y="244234"/>
                  </a:lnTo>
                  <a:lnTo>
                    <a:pt x="179096" y="244234"/>
                  </a:lnTo>
                  <a:lnTo>
                    <a:pt x="179096" y="356006"/>
                  </a:lnTo>
                  <a:lnTo>
                    <a:pt x="877" y="356006"/>
                  </a:lnTo>
                  <a:lnTo>
                    <a:pt x="877" y="387693"/>
                  </a:lnTo>
                  <a:lnTo>
                    <a:pt x="390766" y="387693"/>
                  </a:lnTo>
                  <a:lnTo>
                    <a:pt x="390766" y="356006"/>
                  </a:lnTo>
                  <a:lnTo>
                    <a:pt x="212548" y="35600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8548249" y="759323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3">
              <a:extLs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844496" y="1213933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5">
              <a:extLs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1175252" y="1219143"/>
            <a:ext cx="295275" cy="295275"/>
          </a:xfrm>
          <a:custGeom>
            <a:avLst/>
            <a:gdLst/>
            <a:ahLst/>
            <a:cxnLst/>
            <a:rect r="r" b="b" t="t" l="l"/>
            <a:pathLst>
              <a:path h="295275" w="295275">
                <a:moveTo>
                  <a:pt x="0" y="0"/>
                </a:moveTo>
                <a:lnTo>
                  <a:pt x="295275" y="0"/>
                </a:lnTo>
                <a:lnTo>
                  <a:pt x="295275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237">
              <a:extLs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1504236" y="1216200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39">
              <a:extLst>
                <a:ext uri="{96DAC541-7B7A-43D3-8B79-37D633B846F1}">
                  <asvg:svgBlip xmlns:asvg="http://schemas.microsoft.com/office/drawing/2016/SVG/main" r:embed="rId2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1845383" y="1215866"/>
            <a:ext cx="295275" cy="304800"/>
          </a:xfrm>
          <a:custGeom>
            <a:avLst/>
            <a:gdLst/>
            <a:ahLst/>
            <a:cxnLst/>
            <a:rect r="r" b="b" t="t" l="l"/>
            <a:pathLst>
              <a:path h="304800" w="295275">
                <a:moveTo>
                  <a:pt x="0" y="0"/>
                </a:moveTo>
                <a:lnTo>
                  <a:pt x="295275" y="0"/>
                </a:lnTo>
                <a:lnTo>
                  <a:pt x="29527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1">
              <a:extLst>
                <a:ext uri="{96DAC541-7B7A-43D3-8B79-37D633B846F1}">
                  <asvg:svgBlip xmlns:asvg="http://schemas.microsoft.com/office/drawing/2016/SVG/main" r:embed="rId2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2181558" y="1211447"/>
            <a:ext cx="276225" cy="304800"/>
          </a:xfrm>
          <a:custGeom>
            <a:avLst/>
            <a:gdLst/>
            <a:ahLst/>
            <a:cxnLst/>
            <a:rect r="r" b="b" t="t" l="l"/>
            <a:pathLst>
              <a:path h="304800" w="276225">
                <a:moveTo>
                  <a:pt x="0" y="0"/>
                </a:moveTo>
                <a:lnTo>
                  <a:pt x="276225" y="0"/>
                </a:lnTo>
                <a:lnTo>
                  <a:pt x="2762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3">
              <a:extLst>
                <a:ext uri="{96DAC541-7B7A-43D3-8B79-37D633B846F1}">
                  <asvg:svgBlip xmlns:asvg="http://schemas.microsoft.com/office/drawing/2016/SVG/main" r:embed="rId2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2488178" y="1215209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5">
              <a:extLst>
                <a:ext uri="{96DAC541-7B7A-43D3-8B79-37D633B846F1}">
                  <asvg:svgBlip xmlns:asvg="http://schemas.microsoft.com/office/drawing/2016/SVG/main" r:embed="rId2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2819276" y="1217352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7">
              <a:extLst>
                <a:ext uri="{96DAC541-7B7A-43D3-8B79-37D633B846F1}">
                  <asvg:svgBlip xmlns:asvg="http://schemas.microsoft.com/office/drawing/2016/SVG/main" r:embed="rId2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2" id="162"/>
          <p:cNvGrpSpPr/>
          <p:nvPr/>
        </p:nvGrpSpPr>
        <p:grpSpPr>
          <a:xfrm rot="0">
            <a:off x="3271571" y="1317222"/>
            <a:ext cx="66675" cy="114300"/>
            <a:chOff x="4363639" y="1757247"/>
            <a:chExt cx="85814" cy="150495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5" y="2"/>
              <a:ext cx="85801" cy="150495"/>
            </a:xfrm>
            <a:custGeom>
              <a:avLst/>
              <a:gdLst/>
              <a:ahLst/>
              <a:cxnLst/>
              <a:rect r="r" b="b" t="t" l="l"/>
              <a:pathLst>
                <a:path h="150495" w="85801">
                  <a:moveTo>
                    <a:pt x="9677" y="150495"/>
                  </a:moveTo>
                  <a:cubicBezTo>
                    <a:pt x="55880" y="134213"/>
                    <a:pt x="85801" y="98133"/>
                    <a:pt x="85801" y="50609"/>
                  </a:cubicBezTo>
                  <a:cubicBezTo>
                    <a:pt x="85801" y="19799"/>
                    <a:pt x="72606" y="0"/>
                    <a:pt x="48400" y="0"/>
                  </a:cubicBezTo>
                  <a:cubicBezTo>
                    <a:pt x="30353" y="0"/>
                    <a:pt x="14961" y="10998"/>
                    <a:pt x="14961" y="31686"/>
                  </a:cubicBezTo>
                  <a:cubicBezTo>
                    <a:pt x="14961" y="52362"/>
                    <a:pt x="29921" y="62928"/>
                    <a:pt x="47955" y="62928"/>
                  </a:cubicBezTo>
                  <a:cubicBezTo>
                    <a:pt x="50597" y="62928"/>
                    <a:pt x="52807" y="62928"/>
                    <a:pt x="55436" y="62484"/>
                  </a:cubicBezTo>
                  <a:cubicBezTo>
                    <a:pt x="53239" y="92405"/>
                    <a:pt x="33884" y="113093"/>
                    <a:pt x="0" y="127178"/>
                  </a:cubicBezTo>
                  <a:lnTo>
                    <a:pt x="9677" y="1504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4" id="164"/>
          <p:cNvSpPr/>
          <p:nvPr/>
        </p:nvSpPr>
        <p:spPr>
          <a:xfrm flipH="false" flipV="false" rot="0">
            <a:off x="3484274" y="1211085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9">
              <a:extLst>
                <a:ext uri="{96DAC541-7B7A-43D3-8B79-37D633B846F1}">
                  <asvg:svgBlip xmlns:asvg="http://schemas.microsoft.com/office/drawing/2016/SVG/main" r:embed="rId2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3815715" y="1214380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1">
              <a:extLst>
                <a:ext uri="{96DAC541-7B7A-43D3-8B79-37D633B846F1}">
                  <asvg:svgBlip xmlns:asvg="http://schemas.microsoft.com/office/drawing/2016/SVG/main" r:embed="rId2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4144013" y="1216523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3">
              <a:extLst>
                <a:ext uri="{96DAC541-7B7A-43D3-8B79-37D633B846F1}">
                  <asvg:svgBlip xmlns:asvg="http://schemas.microsoft.com/office/drawing/2016/SVG/main" r:embed="rId2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4474788" y="1213885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5">
              <a:extLst>
                <a:ext uri="{96DAC541-7B7A-43D3-8B79-37D633B846F1}">
                  <asvg:svgBlip xmlns:asvg="http://schemas.microsoft.com/office/drawing/2016/SVG/main" r:embed="rId2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8" id="168"/>
          <p:cNvSpPr/>
          <p:nvPr/>
        </p:nvSpPr>
        <p:spPr>
          <a:xfrm flipH="false" flipV="false" rot="0">
            <a:off x="4804743" y="1215352"/>
            <a:ext cx="304800" cy="295275"/>
          </a:xfrm>
          <a:custGeom>
            <a:avLst/>
            <a:gdLst/>
            <a:ahLst/>
            <a:cxnLst/>
            <a:rect r="r" b="b" t="t" l="l"/>
            <a:pathLst>
              <a:path h="295275" w="304800">
                <a:moveTo>
                  <a:pt x="0" y="0"/>
                </a:moveTo>
                <a:lnTo>
                  <a:pt x="304800" y="0"/>
                </a:lnTo>
                <a:lnTo>
                  <a:pt x="304800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257">
              <a:extLst>
                <a:ext uri="{96DAC541-7B7A-43D3-8B79-37D633B846F1}">
                  <asvg:svgBlip xmlns:asvg="http://schemas.microsoft.com/office/drawing/2016/SVG/main" r:embed="rId25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9" id="169"/>
          <p:cNvSpPr/>
          <p:nvPr/>
        </p:nvSpPr>
        <p:spPr>
          <a:xfrm flipH="false" flipV="false" rot="0">
            <a:off x="5151120" y="1211447"/>
            <a:ext cx="276225" cy="304800"/>
          </a:xfrm>
          <a:custGeom>
            <a:avLst/>
            <a:gdLst/>
            <a:ahLst/>
            <a:cxnLst/>
            <a:rect r="r" b="b" t="t" l="l"/>
            <a:pathLst>
              <a:path h="304800" w="276225">
                <a:moveTo>
                  <a:pt x="0" y="0"/>
                </a:moveTo>
                <a:lnTo>
                  <a:pt x="276225" y="0"/>
                </a:lnTo>
                <a:lnTo>
                  <a:pt x="2762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59">
              <a:extLst>
                <a:ext uri="{96DAC541-7B7A-43D3-8B79-37D633B846F1}">
                  <asvg:svgBlip xmlns:asvg="http://schemas.microsoft.com/office/drawing/2016/SVG/main" r:embed="rId2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0">
            <a:off x="5461035" y="1214218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1">
              <a:extLst>
                <a:ext uri="{96DAC541-7B7A-43D3-8B79-37D633B846F1}">
                  <asvg:svgBlip xmlns:asvg="http://schemas.microsoft.com/office/drawing/2016/SVG/main" r:embed="rId2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0">
            <a:off x="5795420" y="1216200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3">
              <a:extLst>
                <a:ext uri="{96DAC541-7B7A-43D3-8B79-37D633B846F1}">
                  <asvg:svgBlip xmlns:asvg="http://schemas.microsoft.com/office/drawing/2016/SVG/main" r:embed="rId2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6124870" y="1212894"/>
            <a:ext cx="304800" cy="304800"/>
          </a:xfrm>
          <a:custGeom>
            <a:avLst/>
            <a:gdLst/>
            <a:ahLst/>
            <a:cxnLst/>
            <a:rect r="r" b="b" t="t" l="l"/>
            <a:pathLst>
              <a:path h="304800" w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5">
              <a:extLst>
                <a:ext uri="{96DAC541-7B7A-43D3-8B79-37D633B846F1}">
                  <asvg:svgBlip xmlns:asvg="http://schemas.microsoft.com/office/drawing/2016/SVG/main" r:embed="rId2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6448911" y="1215076"/>
            <a:ext cx="314325" cy="304800"/>
          </a:xfrm>
          <a:custGeom>
            <a:avLst/>
            <a:gdLst/>
            <a:ahLst/>
            <a:cxnLst/>
            <a:rect r="r" b="b" t="t" l="l"/>
            <a:pathLst>
              <a:path h="304800" w="314325">
                <a:moveTo>
                  <a:pt x="0" y="0"/>
                </a:moveTo>
                <a:lnTo>
                  <a:pt x="314325" y="0"/>
                </a:lnTo>
                <a:lnTo>
                  <a:pt x="3143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7">
              <a:extLst>
                <a:ext uri="{96DAC541-7B7A-43D3-8B79-37D633B846F1}">
                  <asvg:svgBlip xmlns:asvg="http://schemas.microsoft.com/office/drawing/2016/SVG/main" r:embed="rId2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6784448" y="1215352"/>
            <a:ext cx="304800" cy="295275"/>
          </a:xfrm>
          <a:custGeom>
            <a:avLst/>
            <a:gdLst/>
            <a:ahLst/>
            <a:cxnLst/>
            <a:rect r="r" b="b" t="t" l="l"/>
            <a:pathLst>
              <a:path h="295275" w="304800">
                <a:moveTo>
                  <a:pt x="0" y="0"/>
                </a:moveTo>
                <a:lnTo>
                  <a:pt x="304800" y="0"/>
                </a:lnTo>
                <a:lnTo>
                  <a:pt x="304800" y="295275"/>
                </a:lnTo>
                <a:lnTo>
                  <a:pt x="0" y="295275"/>
                </a:lnTo>
                <a:lnTo>
                  <a:pt x="0" y="0"/>
                </a:lnTo>
                <a:close/>
              </a:path>
            </a:pathLst>
          </a:custGeom>
          <a:blipFill>
            <a:blip r:embed="rId269">
              <a:extLst>
                <a:ext uri="{96DAC541-7B7A-43D3-8B79-37D633B846F1}">
                  <asvg:svgBlip xmlns:asvg="http://schemas.microsoft.com/office/drawing/2016/SVG/main" r:embed="rId2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7109631" y="1231478"/>
            <a:ext cx="314325" cy="276225"/>
          </a:xfrm>
          <a:custGeom>
            <a:avLst/>
            <a:gdLst/>
            <a:ahLst/>
            <a:cxnLst/>
            <a:rect r="r" b="b" t="t" l="l"/>
            <a:pathLst>
              <a:path h="276225" w="314325">
                <a:moveTo>
                  <a:pt x="0" y="0"/>
                </a:moveTo>
                <a:lnTo>
                  <a:pt x="314325" y="0"/>
                </a:lnTo>
                <a:lnTo>
                  <a:pt x="3143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271">
              <a:extLst>
                <a:ext uri="{96DAC541-7B7A-43D3-8B79-37D633B846F1}">
                  <asvg:svgBlip xmlns:asvg="http://schemas.microsoft.com/office/drawing/2016/SVG/main" r:embed="rId2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6" id="176"/>
          <p:cNvSpPr txBox="true"/>
          <p:nvPr/>
        </p:nvSpPr>
        <p:spPr>
          <a:xfrm rot="0">
            <a:off x="6771494" y="696535"/>
            <a:ext cx="1126941" cy="44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2375137" y="7586491"/>
            <a:ext cx="1583636" cy="44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b="true" sz="25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Transmitt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12375137" y="4842662"/>
            <a:ext cx="2465889" cy="44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b="true" sz="25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LLM Procedure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12375137" y="2098824"/>
            <a:ext cx="3060316" cy="44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b="true" sz="25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ACR&amp;Tokenization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12375137" y="5885088"/>
            <a:ext cx="1040025" cy="4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3897651" y="2722159"/>
            <a:ext cx="608333" cy="4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ASR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6321030" y="2722159"/>
            <a:ext cx="1001392" cy="413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(Jieba)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930535" y="348386"/>
            <a:ext cx="2174529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Fradel and Spies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6194796" y="969435"/>
            <a:ext cx="1074096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295750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10037" y="8722319"/>
            <a:ext cx="504825" cy="523875"/>
          </a:xfrm>
          <a:custGeom>
            <a:avLst/>
            <a:gdLst/>
            <a:ahLst/>
            <a:cxnLst/>
            <a:rect r="r" b="b" t="t" l="l"/>
            <a:pathLst>
              <a:path h="523875" w="504825">
                <a:moveTo>
                  <a:pt x="0" y="0"/>
                </a:moveTo>
                <a:lnTo>
                  <a:pt x="504825" y="0"/>
                </a:lnTo>
                <a:lnTo>
                  <a:pt x="50482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10037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10037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95750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11325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25612" y="8722319"/>
            <a:ext cx="504825" cy="523875"/>
          </a:xfrm>
          <a:custGeom>
            <a:avLst/>
            <a:gdLst/>
            <a:ahLst/>
            <a:cxnLst/>
            <a:rect r="r" b="b" t="t" l="l"/>
            <a:pathLst>
              <a:path h="523875" w="504825">
                <a:moveTo>
                  <a:pt x="0" y="0"/>
                </a:moveTo>
                <a:lnTo>
                  <a:pt x="504825" y="0"/>
                </a:lnTo>
                <a:lnTo>
                  <a:pt x="50482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25612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25612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011325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726891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741169" y="8722319"/>
            <a:ext cx="504825" cy="523875"/>
          </a:xfrm>
          <a:custGeom>
            <a:avLst/>
            <a:gdLst/>
            <a:ahLst/>
            <a:cxnLst/>
            <a:rect r="r" b="b" t="t" l="l"/>
            <a:pathLst>
              <a:path h="523875" w="504825">
                <a:moveTo>
                  <a:pt x="0" y="0"/>
                </a:moveTo>
                <a:lnTo>
                  <a:pt x="504825" y="0"/>
                </a:lnTo>
                <a:lnTo>
                  <a:pt x="50482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741169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741169" y="8740178"/>
            <a:ext cx="504825" cy="504825"/>
          </a:xfrm>
          <a:custGeom>
            <a:avLst/>
            <a:gdLst/>
            <a:ahLst/>
            <a:cxnLst/>
            <a:rect r="r" b="b" t="t" l="l"/>
            <a:pathLst>
              <a:path h="504825" w="504825">
                <a:moveTo>
                  <a:pt x="0" y="0"/>
                </a:moveTo>
                <a:lnTo>
                  <a:pt x="504825" y="0"/>
                </a:lnTo>
                <a:lnTo>
                  <a:pt x="504825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726891" y="8725891"/>
            <a:ext cx="533400" cy="533400"/>
          </a:xfrm>
          <a:custGeom>
            <a:avLst/>
            <a:gdLst/>
            <a:ahLst/>
            <a:cxnLst/>
            <a:rect r="r" b="b" t="t" l="l"/>
            <a:pathLst>
              <a:path h="533400" w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61587" y="8396402"/>
            <a:ext cx="923925" cy="1162050"/>
          </a:xfrm>
          <a:custGeom>
            <a:avLst/>
            <a:gdLst/>
            <a:ahLst/>
            <a:cxnLst/>
            <a:rect r="r" b="b" t="t" l="l"/>
            <a:pathLst>
              <a:path h="1162050" w="923925">
                <a:moveTo>
                  <a:pt x="0" y="0"/>
                </a:moveTo>
                <a:lnTo>
                  <a:pt x="923925" y="0"/>
                </a:lnTo>
                <a:lnTo>
                  <a:pt x="923925" y="1162050"/>
                </a:lnTo>
                <a:lnTo>
                  <a:pt x="0" y="11620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99394" y="1891179"/>
            <a:ext cx="495300" cy="847725"/>
          </a:xfrm>
          <a:custGeom>
            <a:avLst/>
            <a:gdLst/>
            <a:ahLst/>
            <a:cxnLst/>
            <a:rect r="r" b="b" t="t" l="l"/>
            <a:pathLst>
              <a:path h="847725" w="495300">
                <a:moveTo>
                  <a:pt x="0" y="0"/>
                </a:moveTo>
                <a:lnTo>
                  <a:pt x="495300" y="0"/>
                </a:lnTo>
                <a:lnTo>
                  <a:pt x="495300" y="847725"/>
                </a:lnTo>
                <a:lnTo>
                  <a:pt x="0" y="8477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-178" t="0" r="-1744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44890" y="5959259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539355" y="597812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083407" y="5947982"/>
            <a:ext cx="76200" cy="285750"/>
            <a:chOff x="17444940" y="7935857"/>
            <a:chExt cx="100800" cy="3705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-5" y="4"/>
              <a:ext cx="100814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14">
                  <a:moveTo>
                    <a:pt x="77457" y="370561"/>
                  </a:moveTo>
                  <a:lnTo>
                    <a:pt x="100814" y="358496"/>
                  </a:lnTo>
                  <a:cubicBezTo>
                    <a:pt x="56059" y="312179"/>
                    <a:pt x="28423" y="254572"/>
                    <a:pt x="28423" y="185281"/>
                  </a:cubicBezTo>
                  <a:cubicBezTo>
                    <a:pt x="28423" y="115990"/>
                    <a:pt x="56059" y="58382"/>
                    <a:pt x="100814" y="12065"/>
                  </a:cubicBezTo>
                  <a:lnTo>
                    <a:pt x="77457" y="0"/>
                  </a:lnTo>
                  <a:cubicBezTo>
                    <a:pt x="30759" y="47485"/>
                    <a:pt x="0" y="109372"/>
                    <a:pt x="0" y="185281"/>
                  </a:cubicBezTo>
                  <a:cubicBezTo>
                    <a:pt x="0" y="261189"/>
                    <a:pt x="30759" y="323076"/>
                    <a:pt x="77457" y="370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3186000" y="5952163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477123" y="5951868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769559" y="5957649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061843" y="5957211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4353194" y="5947982"/>
            <a:ext cx="76200" cy="285750"/>
            <a:chOff x="19137986" y="7935857"/>
            <a:chExt cx="100825" cy="3705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4"/>
              <a:ext cx="100825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25">
                  <a:moveTo>
                    <a:pt x="23355" y="0"/>
                  </a:moveTo>
                  <a:lnTo>
                    <a:pt x="0" y="12065"/>
                  </a:lnTo>
                  <a:cubicBezTo>
                    <a:pt x="44768" y="58382"/>
                    <a:pt x="72403" y="115990"/>
                    <a:pt x="72403" y="185281"/>
                  </a:cubicBezTo>
                  <a:cubicBezTo>
                    <a:pt x="72403" y="254572"/>
                    <a:pt x="44768" y="312179"/>
                    <a:pt x="0" y="358496"/>
                  </a:cubicBezTo>
                  <a:lnTo>
                    <a:pt x="23355" y="370561"/>
                  </a:lnTo>
                  <a:cubicBezTo>
                    <a:pt x="70065" y="323076"/>
                    <a:pt x="100825" y="261189"/>
                    <a:pt x="100825" y="185281"/>
                  </a:cubicBezTo>
                  <a:cubicBezTo>
                    <a:pt x="100825" y="109372"/>
                    <a:pt x="70065" y="47485"/>
                    <a:pt x="233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4589195" y="6049604"/>
            <a:ext cx="85725" cy="85725"/>
          </a:xfrm>
          <a:custGeom>
            <a:avLst/>
            <a:gdLst/>
            <a:ahLst/>
            <a:cxnLst/>
            <a:rect r="r" b="b" t="t" l="l"/>
            <a:pathLst>
              <a:path h="85725" w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439638" y="6348032"/>
            <a:ext cx="76200" cy="285750"/>
            <a:chOff x="13919908" y="8469257"/>
            <a:chExt cx="100813" cy="3705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" y="4"/>
              <a:ext cx="100812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12">
                  <a:moveTo>
                    <a:pt x="77457" y="370561"/>
                  </a:moveTo>
                  <a:lnTo>
                    <a:pt x="100812" y="358496"/>
                  </a:lnTo>
                  <a:cubicBezTo>
                    <a:pt x="56044" y="312179"/>
                    <a:pt x="28409" y="254572"/>
                    <a:pt x="28409" y="185281"/>
                  </a:cubicBezTo>
                  <a:cubicBezTo>
                    <a:pt x="28409" y="115990"/>
                    <a:pt x="56044" y="58382"/>
                    <a:pt x="100812" y="12065"/>
                  </a:cubicBezTo>
                  <a:lnTo>
                    <a:pt x="77457" y="0"/>
                  </a:lnTo>
                  <a:cubicBezTo>
                    <a:pt x="30747" y="47485"/>
                    <a:pt x="0" y="109372"/>
                    <a:pt x="0" y="185281"/>
                  </a:cubicBezTo>
                  <a:cubicBezTo>
                    <a:pt x="0" y="261189"/>
                    <a:pt x="30747" y="323076"/>
                    <a:pt x="77457" y="370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0542232" y="6352213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33354" y="6351918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124914" y="6357995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414141" y="6359747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704730" y="6352356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999690" y="6353232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293127" y="6348032"/>
            <a:ext cx="76200" cy="285750"/>
            <a:chOff x="16391231" y="8469257"/>
            <a:chExt cx="100813" cy="3705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-2" y="4"/>
              <a:ext cx="100826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26">
                  <a:moveTo>
                    <a:pt x="23356" y="0"/>
                  </a:moveTo>
                  <a:lnTo>
                    <a:pt x="0" y="12065"/>
                  </a:lnTo>
                  <a:cubicBezTo>
                    <a:pt x="44767" y="58382"/>
                    <a:pt x="72403" y="115990"/>
                    <a:pt x="72403" y="185281"/>
                  </a:cubicBezTo>
                  <a:cubicBezTo>
                    <a:pt x="72403" y="254572"/>
                    <a:pt x="44767" y="312179"/>
                    <a:pt x="0" y="358496"/>
                  </a:cubicBezTo>
                  <a:lnTo>
                    <a:pt x="23356" y="370561"/>
                  </a:lnTo>
                  <a:cubicBezTo>
                    <a:pt x="70067" y="323076"/>
                    <a:pt x="100826" y="261189"/>
                    <a:pt x="100826" y="185281"/>
                  </a:cubicBezTo>
                  <a:cubicBezTo>
                    <a:pt x="100826" y="109372"/>
                    <a:pt x="70067" y="47485"/>
                    <a:pt x="2335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2529128" y="6449654"/>
            <a:ext cx="85725" cy="85725"/>
          </a:xfrm>
          <a:custGeom>
            <a:avLst/>
            <a:gdLst/>
            <a:ahLst/>
            <a:cxnLst/>
            <a:rect r="r" b="b" t="t" l="l"/>
            <a:pathLst>
              <a:path h="85725" w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4138900" y="6348032"/>
            <a:ext cx="76200" cy="285750"/>
            <a:chOff x="18852253" y="8469257"/>
            <a:chExt cx="100825" cy="37057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-5" y="4"/>
              <a:ext cx="100826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26">
                  <a:moveTo>
                    <a:pt x="77471" y="370561"/>
                  </a:moveTo>
                  <a:lnTo>
                    <a:pt x="100827" y="358496"/>
                  </a:lnTo>
                  <a:cubicBezTo>
                    <a:pt x="56071" y="312179"/>
                    <a:pt x="28423" y="254572"/>
                    <a:pt x="28423" y="185281"/>
                  </a:cubicBezTo>
                  <a:cubicBezTo>
                    <a:pt x="28423" y="115990"/>
                    <a:pt x="56071" y="58382"/>
                    <a:pt x="100827" y="12065"/>
                  </a:cubicBezTo>
                  <a:lnTo>
                    <a:pt x="77471" y="0"/>
                  </a:lnTo>
                  <a:cubicBezTo>
                    <a:pt x="30760" y="47485"/>
                    <a:pt x="0" y="109372"/>
                    <a:pt x="0" y="185281"/>
                  </a:cubicBezTo>
                  <a:cubicBezTo>
                    <a:pt x="0" y="261189"/>
                    <a:pt x="30760" y="323076"/>
                    <a:pt x="77471" y="370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4238284" y="6357414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526987" y="6357699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4823157" y="6352213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5112584" y="6352937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5403554" y="6359014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696667" y="6370349"/>
            <a:ext cx="266700" cy="257175"/>
          </a:xfrm>
          <a:custGeom>
            <a:avLst/>
            <a:gdLst/>
            <a:ahLst/>
            <a:cxnLst/>
            <a:rect r="r" b="b" t="t" l="l"/>
            <a:pathLst>
              <a:path h="257175" w="266700">
                <a:moveTo>
                  <a:pt x="0" y="0"/>
                </a:moveTo>
                <a:lnTo>
                  <a:pt x="266700" y="0"/>
                </a:lnTo>
                <a:lnTo>
                  <a:pt x="266700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5992389" y="6348032"/>
            <a:ext cx="76200" cy="285750"/>
            <a:chOff x="21323588" y="8469257"/>
            <a:chExt cx="100800" cy="37057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4" y="4"/>
              <a:ext cx="100800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00">
                  <a:moveTo>
                    <a:pt x="23342" y="0"/>
                  </a:moveTo>
                  <a:lnTo>
                    <a:pt x="0" y="12065"/>
                  </a:lnTo>
                  <a:cubicBezTo>
                    <a:pt x="44755" y="58382"/>
                    <a:pt x="72391" y="115990"/>
                    <a:pt x="72391" y="185281"/>
                  </a:cubicBezTo>
                  <a:cubicBezTo>
                    <a:pt x="72391" y="254572"/>
                    <a:pt x="44755" y="312179"/>
                    <a:pt x="0" y="358496"/>
                  </a:cubicBezTo>
                  <a:lnTo>
                    <a:pt x="23342" y="370561"/>
                  </a:lnTo>
                  <a:cubicBezTo>
                    <a:pt x="70053" y="323076"/>
                    <a:pt x="100800" y="261189"/>
                    <a:pt x="100800" y="185281"/>
                  </a:cubicBezTo>
                  <a:cubicBezTo>
                    <a:pt x="100800" y="109372"/>
                    <a:pt x="70053" y="47485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16228390" y="6449654"/>
            <a:ext cx="85725" cy="85725"/>
          </a:xfrm>
          <a:custGeom>
            <a:avLst/>
            <a:gdLst/>
            <a:ahLst/>
            <a:cxnLst/>
            <a:rect r="r" b="b" t="t" l="l"/>
            <a:pathLst>
              <a:path h="85725" w="85725">
                <a:moveTo>
                  <a:pt x="0" y="0"/>
                </a:moveTo>
                <a:lnTo>
                  <a:pt x="85725" y="0"/>
                </a:lnTo>
                <a:lnTo>
                  <a:pt x="85725" y="85725"/>
                </a:ln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1493751" y="6748082"/>
            <a:ext cx="76200" cy="285750"/>
            <a:chOff x="15325396" y="9002657"/>
            <a:chExt cx="100813" cy="37057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-2" y="4"/>
              <a:ext cx="100812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12">
                  <a:moveTo>
                    <a:pt x="77458" y="370561"/>
                  </a:moveTo>
                  <a:lnTo>
                    <a:pt x="100813" y="358496"/>
                  </a:lnTo>
                  <a:cubicBezTo>
                    <a:pt x="56057" y="312179"/>
                    <a:pt x="28411" y="254572"/>
                    <a:pt x="28411" y="185281"/>
                  </a:cubicBezTo>
                  <a:cubicBezTo>
                    <a:pt x="28411" y="115990"/>
                    <a:pt x="56057" y="58382"/>
                    <a:pt x="100813" y="12065"/>
                  </a:cubicBezTo>
                  <a:lnTo>
                    <a:pt x="77458" y="0"/>
                  </a:lnTo>
                  <a:cubicBezTo>
                    <a:pt x="30747" y="47485"/>
                    <a:pt x="0" y="109372"/>
                    <a:pt x="0" y="185281"/>
                  </a:cubicBezTo>
                  <a:cubicBezTo>
                    <a:pt x="0" y="261189"/>
                    <a:pt x="30747" y="323076"/>
                    <a:pt x="77458" y="370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1591439" y="6758921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887324" y="6752406"/>
            <a:ext cx="266700" cy="276225"/>
          </a:xfrm>
          <a:custGeom>
            <a:avLst/>
            <a:gdLst/>
            <a:ahLst/>
            <a:cxnLst/>
            <a:rect r="r" b="b" t="t" l="l"/>
            <a:pathLst>
              <a:path h="276225" w="266700">
                <a:moveTo>
                  <a:pt x="0" y="0"/>
                </a:moveTo>
                <a:lnTo>
                  <a:pt x="266700" y="0"/>
                </a:lnTo>
                <a:lnTo>
                  <a:pt x="266700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2176112" y="6757606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2471759" y="6757749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2764043" y="6757311"/>
            <a:ext cx="266700" cy="266700"/>
          </a:xfrm>
          <a:custGeom>
            <a:avLst/>
            <a:gdLst/>
            <a:ahLst/>
            <a:cxnLst/>
            <a:rect r="r" b="b" t="t" l="l"/>
            <a:pathLst>
              <a:path h="266700" w="266700">
                <a:moveTo>
                  <a:pt x="0" y="0"/>
                </a:moveTo>
                <a:lnTo>
                  <a:pt x="266700" y="0"/>
                </a:lnTo>
                <a:lnTo>
                  <a:pt x="2667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3055394" y="6748082"/>
            <a:ext cx="76200" cy="285750"/>
            <a:chOff x="17407585" y="9002657"/>
            <a:chExt cx="100825" cy="37057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4"/>
              <a:ext cx="100825" cy="370561"/>
            </a:xfrm>
            <a:custGeom>
              <a:avLst/>
              <a:gdLst/>
              <a:ahLst/>
              <a:cxnLst/>
              <a:rect r="r" b="b" t="t" l="l"/>
              <a:pathLst>
                <a:path h="370561" w="100825">
                  <a:moveTo>
                    <a:pt x="23355" y="0"/>
                  </a:moveTo>
                  <a:lnTo>
                    <a:pt x="0" y="12065"/>
                  </a:lnTo>
                  <a:cubicBezTo>
                    <a:pt x="44754" y="58382"/>
                    <a:pt x="72402" y="115990"/>
                    <a:pt x="72402" y="185281"/>
                  </a:cubicBezTo>
                  <a:cubicBezTo>
                    <a:pt x="72402" y="254572"/>
                    <a:pt x="44754" y="312179"/>
                    <a:pt x="0" y="358496"/>
                  </a:cubicBezTo>
                  <a:lnTo>
                    <a:pt x="23355" y="370561"/>
                  </a:lnTo>
                  <a:cubicBezTo>
                    <a:pt x="70066" y="323076"/>
                    <a:pt x="100825" y="261189"/>
                    <a:pt x="100825" y="185281"/>
                  </a:cubicBezTo>
                  <a:cubicBezTo>
                    <a:pt x="100825" y="109372"/>
                    <a:pt x="70066" y="47485"/>
                    <a:pt x="2335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13342258" y="6757606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3633818" y="6757749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3926255" y="6753282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4219568" y="6770256"/>
            <a:ext cx="276225" cy="257175"/>
          </a:xfrm>
          <a:custGeom>
            <a:avLst/>
            <a:gdLst/>
            <a:ahLst/>
            <a:cxnLst/>
            <a:rect r="r" b="b" t="t" l="l"/>
            <a:pathLst>
              <a:path h="257175" w="276225">
                <a:moveTo>
                  <a:pt x="0" y="0"/>
                </a:moveTo>
                <a:lnTo>
                  <a:pt x="276225" y="0"/>
                </a:lnTo>
                <a:lnTo>
                  <a:pt x="27622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4507327" y="6753139"/>
            <a:ext cx="276225" cy="276225"/>
          </a:xfrm>
          <a:custGeom>
            <a:avLst/>
            <a:gdLst/>
            <a:ahLst/>
            <a:cxnLst/>
            <a:rect r="r" b="b" t="t" l="l"/>
            <a:pathLst>
              <a:path h="276225" w="276225">
                <a:moveTo>
                  <a:pt x="0" y="0"/>
                </a:moveTo>
                <a:lnTo>
                  <a:pt x="276225" y="0"/>
                </a:lnTo>
                <a:lnTo>
                  <a:pt x="27622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800059" y="6757311"/>
            <a:ext cx="276225" cy="266700"/>
          </a:xfrm>
          <a:custGeom>
            <a:avLst/>
            <a:gdLst/>
            <a:ahLst/>
            <a:cxnLst/>
            <a:rect r="r" b="b" t="t" l="l"/>
            <a:pathLst>
              <a:path h="266700" w="276225">
                <a:moveTo>
                  <a:pt x="0" y="0"/>
                </a:moveTo>
                <a:lnTo>
                  <a:pt x="276225" y="0"/>
                </a:lnTo>
                <a:lnTo>
                  <a:pt x="2762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5109555" y="6754435"/>
            <a:ext cx="247650" cy="266700"/>
          </a:xfrm>
          <a:custGeom>
            <a:avLst/>
            <a:gdLst/>
            <a:ahLst/>
            <a:cxnLst/>
            <a:rect r="r" b="b" t="t" l="l"/>
            <a:pathLst>
              <a:path h="266700" w="247650">
                <a:moveTo>
                  <a:pt x="0" y="0"/>
                </a:moveTo>
                <a:lnTo>
                  <a:pt x="247650" y="0"/>
                </a:lnTo>
                <a:lnTo>
                  <a:pt x="2476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5388619" y="6754301"/>
            <a:ext cx="257175" cy="276225"/>
          </a:xfrm>
          <a:custGeom>
            <a:avLst/>
            <a:gdLst/>
            <a:ahLst/>
            <a:cxnLst/>
            <a:rect r="r" b="b" t="t" l="l"/>
            <a:pathLst>
              <a:path h="276225" w="257175">
                <a:moveTo>
                  <a:pt x="0" y="0"/>
                </a:moveTo>
                <a:lnTo>
                  <a:pt x="257175" y="0"/>
                </a:lnTo>
                <a:lnTo>
                  <a:pt x="257175" y="276225"/>
                </a:lnTo>
                <a:lnTo>
                  <a:pt x="0" y="276225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5690980" y="6758188"/>
            <a:ext cx="257175" cy="266700"/>
          </a:xfrm>
          <a:custGeom>
            <a:avLst/>
            <a:gdLst/>
            <a:ahLst/>
            <a:cxnLst/>
            <a:rect r="r" b="b" t="t" l="l"/>
            <a:pathLst>
              <a:path h="266700" w="257175">
                <a:moveTo>
                  <a:pt x="0" y="0"/>
                </a:moveTo>
                <a:lnTo>
                  <a:pt x="257175" y="0"/>
                </a:lnTo>
                <a:lnTo>
                  <a:pt x="25717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4153338" y="0"/>
            <a:ext cx="4048125" cy="10287000"/>
            <a:chOff x="0" y="0"/>
            <a:chExt cx="5397500" cy="13716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975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397500">
                  <a:moveTo>
                    <a:pt x="0" y="0"/>
                  </a:moveTo>
                  <a:lnTo>
                    <a:pt x="5397500" y="0"/>
                  </a:lnTo>
                  <a:lnTo>
                    <a:pt x="53975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6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50196" y="8391677"/>
            <a:ext cx="971550" cy="1181100"/>
            <a:chOff x="871585" y="11192211"/>
            <a:chExt cx="1286078" cy="156818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" y="-6"/>
              <a:ext cx="1286076" cy="1568196"/>
            </a:xfrm>
            <a:custGeom>
              <a:avLst/>
              <a:gdLst/>
              <a:ahLst/>
              <a:cxnLst/>
              <a:rect r="r" b="b" t="t" l="l"/>
              <a:pathLst>
                <a:path h="1568196" w="1286076">
                  <a:moveTo>
                    <a:pt x="1286076" y="0"/>
                  </a:moveTo>
                  <a:lnTo>
                    <a:pt x="1286076" y="1568196"/>
                  </a:lnTo>
                  <a:lnTo>
                    <a:pt x="0" y="1568196"/>
                  </a:lnTo>
                  <a:lnTo>
                    <a:pt x="0" y="0"/>
                  </a:lnTo>
                  <a:lnTo>
                    <a:pt x="128607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096184" y="1887236"/>
            <a:ext cx="504825" cy="857250"/>
            <a:chOff x="12132259" y="2521571"/>
            <a:chExt cx="665074" cy="113248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1"/>
              <a:ext cx="665073" cy="1132485"/>
            </a:xfrm>
            <a:custGeom>
              <a:avLst/>
              <a:gdLst/>
              <a:ahLst/>
              <a:cxnLst/>
              <a:rect r="r" b="b" t="t" l="l"/>
              <a:pathLst>
                <a:path h="1132485" w="665073">
                  <a:moveTo>
                    <a:pt x="665074" y="0"/>
                  </a:moveTo>
                  <a:lnTo>
                    <a:pt x="665074" y="1132484"/>
                  </a:lnTo>
                  <a:lnTo>
                    <a:pt x="0" y="1132484"/>
                  </a:lnTo>
                  <a:lnTo>
                    <a:pt x="0" y="0"/>
                  </a:lnTo>
                  <a:lnTo>
                    <a:pt x="66507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295255" y="8725395"/>
            <a:ext cx="533400" cy="533400"/>
            <a:chOff x="20394337" y="11634521"/>
            <a:chExt cx="709879" cy="70987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-4" y="0"/>
              <a:ext cx="709879" cy="709879"/>
            </a:xfrm>
            <a:custGeom>
              <a:avLst/>
              <a:gdLst/>
              <a:ahLst/>
              <a:cxnLst/>
              <a:rect r="r" b="b" t="t" l="l"/>
              <a:pathLst>
                <a:path h="709879" w="709879">
                  <a:moveTo>
                    <a:pt x="709879" y="0"/>
                  </a:moveTo>
                  <a:lnTo>
                    <a:pt x="709879" y="709879"/>
                  </a:lnTo>
                  <a:lnTo>
                    <a:pt x="0" y="709879"/>
                  </a:lnTo>
                  <a:lnTo>
                    <a:pt x="0" y="0"/>
                  </a:lnTo>
                  <a:lnTo>
                    <a:pt x="70987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6010830" y="8725395"/>
            <a:ext cx="533400" cy="533400"/>
            <a:chOff x="21348429" y="11634521"/>
            <a:chExt cx="709879" cy="70987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4" y="0"/>
              <a:ext cx="709879" cy="709879"/>
            </a:xfrm>
            <a:custGeom>
              <a:avLst/>
              <a:gdLst/>
              <a:ahLst/>
              <a:cxnLst/>
              <a:rect r="r" b="b" t="t" l="l"/>
              <a:pathLst>
                <a:path h="709879" w="709879">
                  <a:moveTo>
                    <a:pt x="709879" y="0"/>
                  </a:moveTo>
                  <a:lnTo>
                    <a:pt x="709879" y="709879"/>
                  </a:lnTo>
                  <a:lnTo>
                    <a:pt x="0" y="709879"/>
                  </a:lnTo>
                  <a:lnTo>
                    <a:pt x="0" y="0"/>
                  </a:lnTo>
                  <a:lnTo>
                    <a:pt x="70987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6726395" y="8725395"/>
            <a:ext cx="533400" cy="533400"/>
            <a:chOff x="22302521" y="11634521"/>
            <a:chExt cx="709879" cy="70987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09879" cy="709879"/>
            </a:xfrm>
            <a:custGeom>
              <a:avLst/>
              <a:gdLst/>
              <a:ahLst/>
              <a:cxnLst/>
              <a:rect r="r" b="b" t="t" l="l"/>
              <a:pathLst>
                <a:path h="709879" w="709879">
                  <a:moveTo>
                    <a:pt x="709879" y="0"/>
                  </a:moveTo>
                  <a:lnTo>
                    <a:pt x="709879" y="709879"/>
                  </a:lnTo>
                  <a:lnTo>
                    <a:pt x="0" y="709879"/>
                  </a:lnTo>
                  <a:lnTo>
                    <a:pt x="0" y="0"/>
                  </a:lnTo>
                  <a:lnTo>
                    <a:pt x="70987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6188099" y="969435"/>
            <a:ext cx="1081173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06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237032" y="2920413"/>
            <a:ext cx="5173866" cy="292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5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ASR &amp;</a:t>
            </a:r>
          </a:p>
          <a:p>
            <a:pPr algn="l">
              <a:lnSpc>
                <a:spcPts val="14135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TOKENIZATION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0820733" y="5896318"/>
            <a:ext cx="3178054" cy="79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Paraformer-zhCT-Punc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237032" y="6696418"/>
            <a:ext cx="1075172" cy="39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CAM++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777790" y="5896318"/>
            <a:ext cx="1603238" cy="398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sz="22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FSMN-VAD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36725" y="6593729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9431" y="6592643"/>
            <a:ext cx="450847" cy="463553"/>
          </a:xfrm>
          <a:custGeom>
            <a:avLst/>
            <a:gdLst/>
            <a:ahLst/>
            <a:cxnLst/>
            <a:rect r="r" b="b" t="t" l="l"/>
            <a:pathLst>
              <a:path h="463553" w="450847">
                <a:moveTo>
                  <a:pt x="0" y="0"/>
                </a:moveTo>
                <a:lnTo>
                  <a:pt x="450847" y="0"/>
                </a:lnTo>
                <a:lnTo>
                  <a:pt x="450847" y="463553"/>
                </a:lnTo>
                <a:lnTo>
                  <a:pt x="0" y="463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431" y="6606435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7" y="0"/>
                </a:lnTo>
                <a:lnTo>
                  <a:pt x="450847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9431" y="6606435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7" y="0"/>
                </a:lnTo>
                <a:lnTo>
                  <a:pt x="450847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6725" y="6593729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8852" y="6676158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2319" y="6677235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577045" y="6772789"/>
            <a:ext cx="222247" cy="25403"/>
            <a:chOff x="3158988" y="13551589"/>
            <a:chExt cx="434696" cy="38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-3" y="-3"/>
              <a:ext cx="434696" cy="38787"/>
            </a:xfrm>
            <a:custGeom>
              <a:avLst/>
              <a:gdLst/>
              <a:ahLst/>
              <a:cxnLst/>
              <a:rect r="r" b="b" t="t" l="l"/>
              <a:pathLst>
                <a:path h="38787" w="434696">
                  <a:moveTo>
                    <a:pt x="434696" y="0"/>
                  </a:moveTo>
                  <a:lnTo>
                    <a:pt x="434696" y="38786"/>
                  </a:lnTo>
                  <a:lnTo>
                    <a:pt x="0" y="38786"/>
                  </a:lnTo>
                  <a:lnTo>
                    <a:pt x="0" y="0"/>
                  </a:lnTo>
                  <a:lnTo>
                    <a:pt x="43469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815236" y="6676520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66430" y="6677206"/>
            <a:ext cx="203197" cy="215903"/>
          </a:xfrm>
          <a:custGeom>
            <a:avLst/>
            <a:gdLst/>
            <a:ahLst/>
            <a:cxnLst/>
            <a:rect r="r" b="b" t="t" l="l"/>
            <a:pathLst>
              <a:path h="215903" w="203197">
                <a:moveTo>
                  <a:pt x="0" y="0"/>
                </a:moveTo>
                <a:lnTo>
                  <a:pt x="203197" y="0"/>
                </a:lnTo>
                <a:lnTo>
                  <a:pt x="20319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64354" y="6823691"/>
            <a:ext cx="69847" cy="69847"/>
          </a:xfrm>
          <a:custGeom>
            <a:avLst/>
            <a:gdLst/>
            <a:ahLst/>
            <a:cxnLst/>
            <a:rect r="r" b="b" t="t" l="l"/>
            <a:pathLst>
              <a:path h="69847" w="69847">
                <a:moveTo>
                  <a:pt x="0" y="0"/>
                </a:moveTo>
                <a:lnTo>
                  <a:pt x="69847" y="0"/>
                </a:lnTo>
                <a:lnTo>
                  <a:pt x="69847" y="69847"/>
                </a:lnTo>
                <a:lnTo>
                  <a:pt x="0" y="698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285097" y="6689455"/>
            <a:ext cx="222247" cy="209550"/>
          </a:xfrm>
          <a:custGeom>
            <a:avLst/>
            <a:gdLst/>
            <a:ahLst/>
            <a:cxnLst/>
            <a:rect r="r" b="b" t="t" l="l"/>
            <a:pathLst>
              <a:path h="209550" w="222247">
                <a:moveTo>
                  <a:pt x="0" y="0"/>
                </a:moveTo>
                <a:lnTo>
                  <a:pt x="222247" y="0"/>
                </a:lnTo>
                <a:lnTo>
                  <a:pt x="222247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566105" y="6751510"/>
            <a:ext cx="50797" cy="82553"/>
            <a:chOff x="11136325" y="13503714"/>
            <a:chExt cx="93358" cy="1637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6"/>
              <a:ext cx="93358" cy="163728"/>
            </a:xfrm>
            <a:custGeom>
              <a:avLst/>
              <a:gdLst/>
              <a:ahLst/>
              <a:cxnLst/>
              <a:rect r="r" b="b" t="t" l="l"/>
              <a:pathLst>
                <a:path h="163728" w="93358">
                  <a:moveTo>
                    <a:pt x="10529" y="163728"/>
                  </a:moveTo>
                  <a:cubicBezTo>
                    <a:pt x="60795" y="146011"/>
                    <a:pt x="93358" y="106756"/>
                    <a:pt x="93358" y="55054"/>
                  </a:cubicBezTo>
                  <a:cubicBezTo>
                    <a:pt x="93358" y="21538"/>
                    <a:pt x="78994" y="0"/>
                    <a:pt x="52654" y="0"/>
                  </a:cubicBezTo>
                  <a:cubicBezTo>
                    <a:pt x="33033" y="0"/>
                    <a:pt x="16282" y="11963"/>
                    <a:pt x="16282" y="34467"/>
                  </a:cubicBezTo>
                  <a:cubicBezTo>
                    <a:pt x="16282" y="56959"/>
                    <a:pt x="32550" y="68453"/>
                    <a:pt x="52184" y="68453"/>
                  </a:cubicBezTo>
                  <a:cubicBezTo>
                    <a:pt x="55054" y="68453"/>
                    <a:pt x="57442" y="68453"/>
                    <a:pt x="60325" y="67969"/>
                  </a:cubicBezTo>
                  <a:cubicBezTo>
                    <a:pt x="57925" y="100533"/>
                    <a:pt x="36868" y="123025"/>
                    <a:pt x="0" y="138352"/>
                  </a:cubicBezTo>
                  <a:lnTo>
                    <a:pt x="10529" y="1637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718210" y="6677235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113892" y="7010162"/>
            <a:ext cx="190500" cy="222247"/>
            <a:chOff x="2230621" y="14024513"/>
            <a:chExt cx="375336" cy="4361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-5" y="-5"/>
              <a:ext cx="375336" cy="436132"/>
            </a:xfrm>
            <a:custGeom>
              <a:avLst/>
              <a:gdLst/>
              <a:ahLst/>
              <a:cxnLst/>
              <a:rect r="r" b="b" t="t" l="l"/>
              <a:pathLst>
                <a:path h="436132" w="375336">
                  <a:moveTo>
                    <a:pt x="337032" y="237464"/>
                  </a:moveTo>
                  <a:lnTo>
                    <a:pt x="337032" y="373901"/>
                  </a:lnTo>
                  <a:lnTo>
                    <a:pt x="205867" y="373901"/>
                  </a:lnTo>
                  <a:lnTo>
                    <a:pt x="205867" y="207302"/>
                  </a:lnTo>
                  <a:lnTo>
                    <a:pt x="356667" y="207302"/>
                  </a:lnTo>
                  <a:lnTo>
                    <a:pt x="356667" y="43092"/>
                  </a:lnTo>
                  <a:lnTo>
                    <a:pt x="318363" y="43092"/>
                  </a:lnTo>
                  <a:lnTo>
                    <a:pt x="318363" y="172352"/>
                  </a:lnTo>
                  <a:lnTo>
                    <a:pt x="205867" y="172352"/>
                  </a:lnTo>
                  <a:lnTo>
                    <a:pt x="205867" y="0"/>
                  </a:lnTo>
                  <a:lnTo>
                    <a:pt x="167563" y="0"/>
                  </a:lnTo>
                  <a:lnTo>
                    <a:pt x="167563" y="172352"/>
                  </a:lnTo>
                  <a:lnTo>
                    <a:pt x="57937" y="172352"/>
                  </a:lnTo>
                  <a:lnTo>
                    <a:pt x="57937" y="43574"/>
                  </a:lnTo>
                  <a:lnTo>
                    <a:pt x="21069" y="43574"/>
                  </a:lnTo>
                  <a:lnTo>
                    <a:pt x="21069" y="207302"/>
                  </a:lnTo>
                  <a:lnTo>
                    <a:pt x="167563" y="207302"/>
                  </a:lnTo>
                  <a:lnTo>
                    <a:pt x="167563" y="373901"/>
                  </a:lnTo>
                  <a:lnTo>
                    <a:pt x="38303" y="373901"/>
                  </a:lnTo>
                  <a:lnTo>
                    <a:pt x="38303" y="237464"/>
                  </a:lnTo>
                  <a:lnTo>
                    <a:pt x="0" y="237464"/>
                  </a:lnTo>
                  <a:lnTo>
                    <a:pt x="0" y="408851"/>
                  </a:lnTo>
                  <a:lnTo>
                    <a:pt x="337032" y="408851"/>
                  </a:lnTo>
                  <a:lnTo>
                    <a:pt x="337032" y="436131"/>
                  </a:lnTo>
                  <a:lnTo>
                    <a:pt x="375335" y="436131"/>
                  </a:lnTo>
                  <a:lnTo>
                    <a:pt x="375335" y="237464"/>
                  </a:lnTo>
                  <a:lnTo>
                    <a:pt x="337032" y="23746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35253" y="701016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76083" y="700992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817389" y="7009809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058400" y="7010762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295220" y="7010286"/>
            <a:ext cx="222247" cy="222247"/>
            <a:chOff x="4593666" y="14025949"/>
            <a:chExt cx="438048" cy="43374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-5"/>
              <a:ext cx="438048" cy="433743"/>
            </a:xfrm>
            <a:custGeom>
              <a:avLst/>
              <a:gdLst/>
              <a:ahLst/>
              <a:cxnLst/>
              <a:rect r="r" b="b" t="t" l="l"/>
              <a:pathLst>
                <a:path h="433743" w="438048">
                  <a:moveTo>
                    <a:pt x="197244" y="0"/>
                  </a:moveTo>
                  <a:cubicBezTo>
                    <a:pt x="195809" y="72771"/>
                    <a:pt x="198679" y="305448"/>
                    <a:pt x="0" y="405980"/>
                  </a:cubicBezTo>
                  <a:cubicBezTo>
                    <a:pt x="11011" y="413639"/>
                    <a:pt x="22504" y="424167"/>
                    <a:pt x="28727" y="433743"/>
                  </a:cubicBezTo>
                  <a:cubicBezTo>
                    <a:pt x="145542" y="371513"/>
                    <a:pt x="196279" y="264274"/>
                    <a:pt x="218300" y="168516"/>
                  </a:cubicBezTo>
                  <a:cubicBezTo>
                    <a:pt x="241287" y="257569"/>
                    <a:pt x="292506" y="375818"/>
                    <a:pt x="412191" y="431825"/>
                  </a:cubicBezTo>
                  <a:cubicBezTo>
                    <a:pt x="417462" y="421779"/>
                    <a:pt x="427990" y="409803"/>
                    <a:pt x="438048" y="401663"/>
                  </a:cubicBezTo>
                  <a:cubicBezTo>
                    <a:pt x="269049" y="326504"/>
                    <a:pt x="240322" y="126391"/>
                    <a:pt x="233147" y="69418"/>
                  </a:cubicBezTo>
                  <a:cubicBezTo>
                    <a:pt x="235547" y="41173"/>
                    <a:pt x="236017" y="17233"/>
                    <a:pt x="236499" y="0"/>
                  </a:cubicBezTo>
                  <a:lnTo>
                    <a:pt x="19724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2531983" y="7015134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779633" y="7021782"/>
            <a:ext cx="209550" cy="209550"/>
          </a:xfrm>
          <a:custGeom>
            <a:avLst/>
            <a:gdLst/>
            <a:ahLst/>
            <a:cxnLst/>
            <a:rect r="r" b="b" t="t" l="l"/>
            <a:pathLst>
              <a:path h="209550" w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3015015" y="7021897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251711" y="7009447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490389" y="701136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741344" y="7010857"/>
            <a:ext cx="203197" cy="215903"/>
          </a:xfrm>
          <a:custGeom>
            <a:avLst/>
            <a:gdLst/>
            <a:ahLst/>
            <a:cxnLst/>
            <a:rect r="r" b="b" t="t" l="l"/>
            <a:pathLst>
              <a:path h="215903" w="203197">
                <a:moveTo>
                  <a:pt x="0" y="0"/>
                </a:moveTo>
                <a:lnTo>
                  <a:pt x="203197" y="0"/>
                </a:lnTo>
                <a:lnTo>
                  <a:pt x="20319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972706" y="7010762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4206583" y="7022497"/>
            <a:ext cx="228600" cy="209550"/>
          </a:xfrm>
          <a:custGeom>
            <a:avLst/>
            <a:gdLst/>
            <a:ahLst/>
            <a:cxnLst/>
            <a:rect r="r" b="b" t="t" l="l"/>
            <a:pathLst>
              <a:path h="209550" w="228600">
                <a:moveTo>
                  <a:pt x="0" y="0"/>
                </a:moveTo>
                <a:lnTo>
                  <a:pt x="228600" y="0"/>
                </a:lnTo>
                <a:lnTo>
                  <a:pt x="22860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447356" y="701112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690529" y="7021182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5010550" y="7085162"/>
            <a:ext cx="50797" cy="82553"/>
            <a:chOff x="10025228" y="14171008"/>
            <a:chExt cx="93358" cy="1637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-5"/>
              <a:ext cx="93358" cy="163728"/>
            </a:xfrm>
            <a:custGeom>
              <a:avLst/>
              <a:gdLst/>
              <a:ahLst/>
              <a:cxnLst/>
              <a:rect r="r" b="b" t="t" l="l"/>
              <a:pathLst>
                <a:path h="163728" w="93358">
                  <a:moveTo>
                    <a:pt x="10528" y="163728"/>
                  </a:moveTo>
                  <a:cubicBezTo>
                    <a:pt x="60795" y="146024"/>
                    <a:pt x="93358" y="106769"/>
                    <a:pt x="93358" y="55054"/>
                  </a:cubicBezTo>
                  <a:cubicBezTo>
                    <a:pt x="93358" y="21552"/>
                    <a:pt x="78994" y="0"/>
                    <a:pt x="52667" y="0"/>
                  </a:cubicBezTo>
                  <a:cubicBezTo>
                    <a:pt x="33033" y="0"/>
                    <a:pt x="16281" y="11976"/>
                    <a:pt x="16281" y="34468"/>
                  </a:cubicBezTo>
                  <a:cubicBezTo>
                    <a:pt x="16281" y="56972"/>
                    <a:pt x="32550" y="68466"/>
                    <a:pt x="52184" y="68466"/>
                  </a:cubicBezTo>
                  <a:cubicBezTo>
                    <a:pt x="55055" y="68466"/>
                    <a:pt x="57442" y="68466"/>
                    <a:pt x="60325" y="67984"/>
                  </a:cubicBezTo>
                  <a:cubicBezTo>
                    <a:pt x="57924" y="100546"/>
                    <a:pt x="36868" y="123038"/>
                    <a:pt x="0" y="138367"/>
                  </a:cubicBezTo>
                  <a:lnTo>
                    <a:pt x="10528" y="1637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5168951" y="7011486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417868" y="7023097"/>
            <a:ext cx="196853" cy="209550"/>
          </a:xfrm>
          <a:custGeom>
            <a:avLst/>
            <a:gdLst/>
            <a:ahLst/>
            <a:cxnLst/>
            <a:rect r="r" b="b" t="t" l="l"/>
            <a:pathLst>
              <a:path h="209550" w="196853">
                <a:moveTo>
                  <a:pt x="0" y="0"/>
                </a:moveTo>
                <a:lnTo>
                  <a:pt x="196853" y="0"/>
                </a:lnTo>
                <a:lnTo>
                  <a:pt x="19685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5641629" y="7010286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99337" y="7343089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353169" y="7343813"/>
            <a:ext cx="190500" cy="222247"/>
            <a:chOff x="2709167" y="14691807"/>
            <a:chExt cx="375336" cy="4361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-2" y="-3"/>
              <a:ext cx="375336" cy="436132"/>
            </a:xfrm>
            <a:custGeom>
              <a:avLst/>
              <a:gdLst/>
              <a:ahLst/>
              <a:cxnLst/>
              <a:rect r="r" b="b" t="t" l="l"/>
              <a:pathLst>
                <a:path h="436132" w="375336">
                  <a:moveTo>
                    <a:pt x="337032" y="237452"/>
                  </a:moveTo>
                  <a:lnTo>
                    <a:pt x="337032" y="373901"/>
                  </a:lnTo>
                  <a:lnTo>
                    <a:pt x="205854" y="373901"/>
                  </a:lnTo>
                  <a:lnTo>
                    <a:pt x="205854" y="207290"/>
                  </a:lnTo>
                  <a:lnTo>
                    <a:pt x="356666" y="207290"/>
                  </a:lnTo>
                  <a:lnTo>
                    <a:pt x="356666" y="43092"/>
                  </a:lnTo>
                  <a:lnTo>
                    <a:pt x="318363" y="43092"/>
                  </a:lnTo>
                  <a:lnTo>
                    <a:pt x="318363" y="172352"/>
                  </a:lnTo>
                  <a:lnTo>
                    <a:pt x="205854" y="172352"/>
                  </a:lnTo>
                  <a:lnTo>
                    <a:pt x="205854" y="0"/>
                  </a:lnTo>
                  <a:lnTo>
                    <a:pt x="167563" y="0"/>
                  </a:lnTo>
                  <a:lnTo>
                    <a:pt x="167563" y="172352"/>
                  </a:lnTo>
                  <a:lnTo>
                    <a:pt x="57924" y="172352"/>
                  </a:lnTo>
                  <a:lnTo>
                    <a:pt x="57924" y="43562"/>
                  </a:lnTo>
                  <a:lnTo>
                    <a:pt x="21069" y="43562"/>
                  </a:lnTo>
                  <a:lnTo>
                    <a:pt x="21069" y="207290"/>
                  </a:lnTo>
                  <a:lnTo>
                    <a:pt x="167563" y="207290"/>
                  </a:lnTo>
                  <a:lnTo>
                    <a:pt x="167563" y="373901"/>
                  </a:lnTo>
                  <a:lnTo>
                    <a:pt x="38303" y="373901"/>
                  </a:lnTo>
                  <a:lnTo>
                    <a:pt x="38303" y="237452"/>
                  </a:lnTo>
                  <a:lnTo>
                    <a:pt x="0" y="237452"/>
                  </a:lnTo>
                  <a:lnTo>
                    <a:pt x="0" y="408851"/>
                  </a:lnTo>
                  <a:lnTo>
                    <a:pt x="337032" y="408851"/>
                  </a:lnTo>
                  <a:lnTo>
                    <a:pt x="337032" y="436131"/>
                  </a:lnTo>
                  <a:lnTo>
                    <a:pt x="375335" y="436131"/>
                  </a:lnTo>
                  <a:lnTo>
                    <a:pt x="375335" y="237452"/>
                  </a:lnTo>
                  <a:lnTo>
                    <a:pt x="337032" y="23745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8" id="48"/>
          <p:cNvSpPr/>
          <p:nvPr/>
        </p:nvSpPr>
        <p:spPr>
          <a:xfrm flipH="false" flipV="false" rot="0">
            <a:off x="1576207" y="734500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816313" y="7440082"/>
            <a:ext cx="222247" cy="25403"/>
            <a:chOff x="3637534" y="14886173"/>
            <a:chExt cx="434696" cy="387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5"/>
              <a:ext cx="434696" cy="38773"/>
            </a:xfrm>
            <a:custGeom>
              <a:avLst/>
              <a:gdLst/>
              <a:ahLst/>
              <a:cxnLst/>
              <a:rect r="r" b="b" t="t" l="l"/>
              <a:pathLst>
                <a:path h="38773" w="434696">
                  <a:moveTo>
                    <a:pt x="434696" y="0"/>
                  </a:moveTo>
                  <a:lnTo>
                    <a:pt x="434696" y="38773"/>
                  </a:lnTo>
                  <a:lnTo>
                    <a:pt x="0" y="38773"/>
                  </a:lnTo>
                  <a:lnTo>
                    <a:pt x="0" y="0"/>
                  </a:lnTo>
                  <a:lnTo>
                    <a:pt x="43469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2048942" y="7344166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096470" y="3363363"/>
            <a:ext cx="4927597" cy="558803"/>
          </a:xfrm>
          <a:custGeom>
            <a:avLst/>
            <a:gdLst/>
            <a:ahLst/>
            <a:cxnLst/>
            <a:rect r="r" b="b" t="t" l="l"/>
            <a:pathLst>
              <a:path h="558803" w="4927597">
                <a:moveTo>
                  <a:pt x="0" y="0"/>
                </a:moveTo>
                <a:lnTo>
                  <a:pt x="4927597" y="0"/>
                </a:lnTo>
                <a:lnTo>
                  <a:pt x="49275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36177" y="8495633"/>
            <a:ext cx="209550" cy="203197"/>
          </a:xfrm>
          <a:custGeom>
            <a:avLst/>
            <a:gdLst/>
            <a:ahLst/>
            <a:cxnLst/>
            <a:rect r="r" b="b" t="t" l="l"/>
            <a:pathLst>
              <a:path h="203197" w="209550">
                <a:moveTo>
                  <a:pt x="0" y="0"/>
                </a:moveTo>
                <a:lnTo>
                  <a:pt x="209550" y="0"/>
                </a:lnTo>
                <a:lnTo>
                  <a:pt x="209550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561671" y="848574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801787" y="8491195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2043989" y="8486937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2281409" y="848634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2519543" y="8486223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2771870" y="8486918"/>
            <a:ext cx="203197" cy="215903"/>
          </a:xfrm>
          <a:custGeom>
            <a:avLst/>
            <a:gdLst/>
            <a:ahLst/>
            <a:cxnLst/>
            <a:rect r="r" b="b" t="t" l="l"/>
            <a:pathLst>
              <a:path h="215903" w="203197">
                <a:moveTo>
                  <a:pt x="0" y="0"/>
                </a:moveTo>
                <a:lnTo>
                  <a:pt x="203197" y="0"/>
                </a:lnTo>
                <a:lnTo>
                  <a:pt x="20319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2998146" y="848586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3239338" y="8498434"/>
            <a:ext cx="222247" cy="209550"/>
          </a:xfrm>
          <a:custGeom>
            <a:avLst/>
            <a:gdLst/>
            <a:ahLst/>
            <a:cxnLst/>
            <a:rect r="r" b="b" t="t" l="l"/>
            <a:pathLst>
              <a:path h="209550" w="222247">
                <a:moveTo>
                  <a:pt x="0" y="0"/>
                </a:moveTo>
                <a:lnTo>
                  <a:pt x="222247" y="0"/>
                </a:lnTo>
                <a:lnTo>
                  <a:pt x="222247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3562540" y="8561222"/>
            <a:ext cx="50797" cy="82553"/>
            <a:chOff x="7129201" y="17123126"/>
            <a:chExt cx="93358" cy="1637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-5" y="4"/>
              <a:ext cx="93358" cy="163730"/>
            </a:xfrm>
            <a:custGeom>
              <a:avLst/>
              <a:gdLst/>
              <a:ahLst/>
              <a:cxnLst/>
              <a:rect r="r" b="b" t="t" l="l"/>
              <a:pathLst>
                <a:path h="163730" w="93358">
                  <a:moveTo>
                    <a:pt x="10541" y="163730"/>
                  </a:moveTo>
                  <a:cubicBezTo>
                    <a:pt x="60808" y="146013"/>
                    <a:pt x="93358" y="106757"/>
                    <a:pt x="93358" y="55056"/>
                  </a:cubicBezTo>
                  <a:cubicBezTo>
                    <a:pt x="93358" y="21540"/>
                    <a:pt x="78994" y="0"/>
                    <a:pt x="52667" y="0"/>
                  </a:cubicBezTo>
                  <a:cubicBezTo>
                    <a:pt x="33033" y="0"/>
                    <a:pt x="16281" y="11964"/>
                    <a:pt x="16281" y="34468"/>
                  </a:cubicBezTo>
                  <a:cubicBezTo>
                    <a:pt x="16281" y="56960"/>
                    <a:pt x="32563" y="68454"/>
                    <a:pt x="52184" y="68454"/>
                  </a:cubicBezTo>
                  <a:cubicBezTo>
                    <a:pt x="55055" y="68454"/>
                    <a:pt x="57455" y="68454"/>
                    <a:pt x="60325" y="67972"/>
                  </a:cubicBezTo>
                  <a:cubicBezTo>
                    <a:pt x="57938" y="100534"/>
                    <a:pt x="36868" y="123026"/>
                    <a:pt x="0" y="138355"/>
                  </a:cubicBezTo>
                  <a:lnTo>
                    <a:pt x="10541" y="16373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3717646" y="8485803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6" y="0"/>
                </a:lnTo>
                <a:lnTo>
                  <a:pt x="222246" y="215904"/>
                </a:lnTo>
                <a:lnTo>
                  <a:pt x="0" y="215904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3955237" y="848586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4193134" y="8485746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436897" y="8486699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4675813" y="848574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4914843" y="8487185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5237445" y="8561222"/>
            <a:ext cx="50797" cy="82553"/>
            <a:chOff x="10479021" y="17123126"/>
            <a:chExt cx="93358" cy="16372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2" y="4"/>
              <a:ext cx="93345" cy="163730"/>
            </a:xfrm>
            <a:custGeom>
              <a:avLst/>
              <a:gdLst/>
              <a:ahLst/>
              <a:cxnLst/>
              <a:rect r="r" b="b" t="t" l="l"/>
              <a:pathLst>
                <a:path h="163730" w="93345">
                  <a:moveTo>
                    <a:pt x="10529" y="163730"/>
                  </a:moveTo>
                  <a:cubicBezTo>
                    <a:pt x="60795" y="146013"/>
                    <a:pt x="93345" y="106757"/>
                    <a:pt x="93345" y="55056"/>
                  </a:cubicBezTo>
                  <a:cubicBezTo>
                    <a:pt x="93345" y="21540"/>
                    <a:pt x="78995" y="0"/>
                    <a:pt x="52655" y="0"/>
                  </a:cubicBezTo>
                  <a:cubicBezTo>
                    <a:pt x="33033" y="0"/>
                    <a:pt x="16269" y="11964"/>
                    <a:pt x="16269" y="34468"/>
                  </a:cubicBezTo>
                  <a:cubicBezTo>
                    <a:pt x="16269" y="56960"/>
                    <a:pt x="32550" y="68454"/>
                    <a:pt x="52185" y="68454"/>
                  </a:cubicBezTo>
                  <a:cubicBezTo>
                    <a:pt x="55055" y="68454"/>
                    <a:pt x="57443" y="68454"/>
                    <a:pt x="60313" y="67972"/>
                  </a:cubicBezTo>
                  <a:cubicBezTo>
                    <a:pt x="57926" y="100534"/>
                    <a:pt x="36856" y="123026"/>
                    <a:pt x="0" y="138355"/>
                  </a:cubicBezTo>
                  <a:lnTo>
                    <a:pt x="10529" y="16373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2" id="72"/>
          <p:cNvSpPr/>
          <p:nvPr/>
        </p:nvSpPr>
        <p:spPr>
          <a:xfrm flipH="false" flipV="false" rot="0">
            <a:off x="5405495" y="8499157"/>
            <a:ext cx="196853" cy="209550"/>
          </a:xfrm>
          <a:custGeom>
            <a:avLst/>
            <a:gdLst/>
            <a:ahLst/>
            <a:cxnLst/>
            <a:rect r="r" b="b" t="t" l="l"/>
            <a:pathLst>
              <a:path h="209550" w="196853">
                <a:moveTo>
                  <a:pt x="0" y="0"/>
                </a:moveTo>
                <a:lnTo>
                  <a:pt x="196853" y="0"/>
                </a:lnTo>
                <a:lnTo>
                  <a:pt x="19685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5642010" y="8486223"/>
            <a:ext cx="209550" cy="222247"/>
          </a:xfrm>
          <a:custGeom>
            <a:avLst/>
            <a:gdLst/>
            <a:ahLst/>
            <a:cxnLst/>
            <a:rect r="r" b="b" t="t" l="l"/>
            <a:pathLst>
              <a:path h="222247" w="209550">
                <a:moveTo>
                  <a:pt x="0" y="0"/>
                </a:moveTo>
                <a:lnTo>
                  <a:pt x="209550" y="0"/>
                </a:lnTo>
                <a:lnTo>
                  <a:pt x="209550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5868876" y="8487185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1328928" y="8831847"/>
            <a:ext cx="215903" cy="209550"/>
            <a:chOff x="2659997" y="17667381"/>
            <a:chExt cx="427520" cy="41172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5" y="-6"/>
              <a:ext cx="427507" cy="411722"/>
            </a:xfrm>
            <a:custGeom>
              <a:avLst/>
              <a:gdLst/>
              <a:ahLst/>
              <a:cxnLst/>
              <a:rect r="r" b="b" t="t" l="l"/>
              <a:pathLst>
                <a:path h="411722" w="427507">
                  <a:moveTo>
                    <a:pt x="399263" y="151283"/>
                  </a:moveTo>
                  <a:lnTo>
                    <a:pt x="392087" y="154166"/>
                  </a:lnTo>
                  <a:lnTo>
                    <a:pt x="293459" y="154166"/>
                  </a:lnTo>
                  <a:lnTo>
                    <a:pt x="301600" y="141708"/>
                  </a:lnTo>
                  <a:cubicBezTo>
                    <a:pt x="288201" y="134532"/>
                    <a:pt x="269532" y="125439"/>
                    <a:pt x="249898" y="116815"/>
                  </a:cubicBezTo>
                  <a:cubicBezTo>
                    <a:pt x="292989" y="90006"/>
                    <a:pt x="340386" y="53620"/>
                    <a:pt x="374371" y="19635"/>
                  </a:cubicBezTo>
                  <a:lnTo>
                    <a:pt x="348514" y="0"/>
                  </a:lnTo>
                  <a:lnTo>
                    <a:pt x="340386" y="1918"/>
                  </a:lnTo>
                  <a:lnTo>
                    <a:pt x="44996" y="1918"/>
                  </a:lnTo>
                  <a:lnTo>
                    <a:pt x="44996" y="34952"/>
                  </a:lnTo>
                  <a:lnTo>
                    <a:pt x="305905" y="34952"/>
                  </a:lnTo>
                  <a:cubicBezTo>
                    <a:pt x="280061" y="58408"/>
                    <a:pt x="245110" y="83313"/>
                    <a:pt x="214947" y="100546"/>
                  </a:cubicBezTo>
                  <a:cubicBezTo>
                    <a:pt x="185750" y="87618"/>
                    <a:pt x="154635" y="74689"/>
                    <a:pt x="128295" y="64161"/>
                  </a:cubicBezTo>
                  <a:lnTo>
                    <a:pt x="110109" y="90488"/>
                  </a:lnTo>
                  <a:cubicBezTo>
                    <a:pt x="152718" y="108674"/>
                    <a:pt x="207289" y="133580"/>
                    <a:pt x="247980" y="154166"/>
                  </a:cubicBezTo>
                  <a:lnTo>
                    <a:pt x="0" y="154166"/>
                  </a:lnTo>
                  <a:lnTo>
                    <a:pt x="0" y="188152"/>
                  </a:lnTo>
                  <a:lnTo>
                    <a:pt x="197231" y="188152"/>
                  </a:lnTo>
                  <a:lnTo>
                    <a:pt x="197231" y="368161"/>
                  </a:lnTo>
                  <a:cubicBezTo>
                    <a:pt x="197231" y="375337"/>
                    <a:pt x="194361" y="377255"/>
                    <a:pt x="185750" y="377737"/>
                  </a:cubicBezTo>
                  <a:cubicBezTo>
                    <a:pt x="176174" y="378207"/>
                    <a:pt x="144094" y="378689"/>
                    <a:pt x="111062" y="377255"/>
                  </a:cubicBezTo>
                  <a:cubicBezTo>
                    <a:pt x="115849" y="387313"/>
                    <a:pt x="122073" y="401664"/>
                    <a:pt x="124473" y="411723"/>
                  </a:cubicBezTo>
                  <a:cubicBezTo>
                    <a:pt x="166116" y="411723"/>
                    <a:pt x="193891" y="411239"/>
                    <a:pt x="210642" y="405982"/>
                  </a:cubicBezTo>
                  <a:cubicBezTo>
                    <a:pt x="227394" y="400711"/>
                    <a:pt x="233147" y="390653"/>
                    <a:pt x="233147" y="368631"/>
                  </a:cubicBezTo>
                  <a:lnTo>
                    <a:pt x="233147" y="188152"/>
                  </a:lnTo>
                  <a:lnTo>
                    <a:pt x="369100" y="188152"/>
                  </a:lnTo>
                  <a:cubicBezTo>
                    <a:pt x="351866" y="215914"/>
                    <a:pt x="330810" y="243688"/>
                    <a:pt x="313093" y="262840"/>
                  </a:cubicBezTo>
                  <a:lnTo>
                    <a:pt x="341821" y="281027"/>
                  </a:lnTo>
                  <a:cubicBezTo>
                    <a:pt x="371018" y="251830"/>
                    <a:pt x="402133" y="206338"/>
                    <a:pt x="427507" y="164694"/>
                  </a:cubicBezTo>
                  <a:lnTo>
                    <a:pt x="399263" y="15128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1565262" y="8819388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1804302" y="882082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2046389" y="8819693"/>
            <a:ext cx="215903" cy="215903"/>
            <a:chOff x="4097071" y="17645360"/>
            <a:chExt cx="423202" cy="41984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-6"/>
              <a:ext cx="423202" cy="419863"/>
            </a:xfrm>
            <a:custGeom>
              <a:avLst/>
              <a:gdLst/>
              <a:ahLst/>
              <a:cxnLst/>
              <a:rect r="r" b="b" t="t" l="l"/>
              <a:pathLst>
                <a:path h="419863" w="423202">
                  <a:moveTo>
                    <a:pt x="229311" y="384913"/>
                  </a:moveTo>
                  <a:lnTo>
                    <a:pt x="229311" y="267615"/>
                  </a:lnTo>
                  <a:lnTo>
                    <a:pt x="379641" y="267615"/>
                  </a:lnTo>
                  <a:lnTo>
                    <a:pt x="379641" y="233147"/>
                  </a:lnTo>
                  <a:lnTo>
                    <a:pt x="229311" y="233147"/>
                  </a:lnTo>
                  <a:lnTo>
                    <a:pt x="229311" y="128309"/>
                  </a:lnTo>
                  <a:lnTo>
                    <a:pt x="399275" y="128309"/>
                  </a:lnTo>
                  <a:lnTo>
                    <a:pt x="399275" y="93359"/>
                  </a:lnTo>
                  <a:lnTo>
                    <a:pt x="244640" y="93359"/>
                  </a:lnTo>
                  <a:lnTo>
                    <a:pt x="267132" y="77078"/>
                  </a:lnTo>
                  <a:cubicBezTo>
                    <a:pt x="248463" y="54586"/>
                    <a:pt x="210172" y="22022"/>
                    <a:pt x="179527" y="0"/>
                  </a:cubicBezTo>
                  <a:lnTo>
                    <a:pt x="150800" y="20118"/>
                  </a:lnTo>
                  <a:cubicBezTo>
                    <a:pt x="179527" y="41175"/>
                    <a:pt x="213512" y="71337"/>
                    <a:pt x="232194" y="93359"/>
                  </a:cubicBezTo>
                  <a:lnTo>
                    <a:pt x="22022" y="93359"/>
                  </a:lnTo>
                  <a:lnTo>
                    <a:pt x="22022" y="128309"/>
                  </a:lnTo>
                  <a:lnTo>
                    <a:pt x="191491" y="128309"/>
                  </a:lnTo>
                  <a:lnTo>
                    <a:pt x="191491" y="233147"/>
                  </a:lnTo>
                  <a:lnTo>
                    <a:pt x="44043" y="233147"/>
                  </a:lnTo>
                  <a:lnTo>
                    <a:pt x="44043" y="267615"/>
                  </a:lnTo>
                  <a:lnTo>
                    <a:pt x="191491" y="267615"/>
                  </a:lnTo>
                  <a:lnTo>
                    <a:pt x="191491" y="384913"/>
                  </a:lnTo>
                  <a:lnTo>
                    <a:pt x="0" y="384913"/>
                  </a:lnTo>
                  <a:lnTo>
                    <a:pt x="0" y="419863"/>
                  </a:lnTo>
                  <a:lnTo>
                    <a:pt x="423202" y="419863"/>
                  </a:lnTo>
                  <a:lnTo>
                    <a:pt x="423202" y="384913"/>
                  </a:lnTo>
                  <a:lnTo>
                    <a:pt x="229311" y="38491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1" id="81"/>
          <p:cNvSpPr/>
          <p:nvPr/>
        </p:nvSpPr>
        <p:spPr>
          <a:xfrm flipH="false" flipV="false" rot="0">
            <a:off x="2282009" y="8831609"/>
            <a:ext cx="222247" cy="209550"/>
          </a:xfrm>
          <a:custGeom>
            <a:avLst/>
            <a:gdLst/>
            <a:ahLst/>
            <a:cxnLst/>
            <a:rect r="r" b="b" t="t" l="l"/>
            <a:pathLst>
              <a:path h="209550" w="222247">
                <a:moveTo>
                  <a:pt x="0" y="0"/>
                </a:moveTo>
                <a:lnTo>
                  <a:pt x="222247" y="0"/>
                </a:lnTo>
                <a:lnTo>
                  <a:pt x="222247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2595020" y="8893254"/>
            <a:ext cx="76200" cy="76200"/>
          </a:xfrm>
          <a:custGeom>
            <a:avLst/>
            <a:gdLst/>
            <a:ahLst/>
            <a:cxnLst/>
            <a:rect r="r" b="b" t="t" l="l"/>
            <a:pathLst>
              <a:path h="76200" w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2761983" y="8827113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3000184" y="882011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3239938" y="881951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3473396" y="8820588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3715969" y="8824836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3958180" y="8820588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4" y="0"/>
                </a:lnTo>
                <a:lnTo>
                  <a:pt x="215904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4212784" y="8831609"/>
            <a:ext cx="190500" cy="209550"/>
            <a:chOff x="8429356" y="17664989"/>
            <a:chExt cx="373418" cy="41554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" y="0"/>
              <a:ext cx="373418" cy="415544"/>
            </a:xfrm>
            <a:custGeom>
              <a:avLst/>
              <a:gdLst/>
              <a:ahLst/>
              <a:cxnLst/>
              <a:rect r="r" b="b" t="t" l="l"/>
              <a:pathLst>
                <a:path h="415544" w="373418">
                  <a:moveTo>
                    <a:pt x="373418" y="84734"/>
                  </a:moveTo>
                  <a:lnTo>
                    <a:pt x="207771" y="84734"/>
                  </a:lnTo>
                  <a:cubicBezTo>
                    <a:pt x="203466" y="58407"/>
                    <a:pt x="200583" y="30162"/>
                    <a:pt x="199148" y="0"/>
                  </a:cubicBezTo>
                  <a:lnTo>
                    <a:pt x="82816" y="0"/>
                  </a:lnTo>
                  <a:lnTo>
                    <a:pt x="82816" y="31598"/>
                  </a:lnTo>
                  <a:lnTo>
                    <a:pt x="168985" y="31598"/>
                  </a:lnTo>
                  <a:cubicBezTo>
                    <a:pt x="169951" y="50266"/>
                    <a:pt x="171869" y="67983"/>
                    <a:pt x="174256" y="84734"/>
                  </a:cubicBezTo>
                  <a:lnTo>
                    <a:pt x="0" y="84734"/>
                  </a:lnTo>
                  <a:lnTo>
                    <a:pt x="0" y="415543"/>
                  </a:lnTo>
                  <a:lnTo>
                    <a:pt x="35420" y="415543"/>
                  </a:lnTo>
                  <a:lnTo>
                    <a:pt x="35420" y="119685"/>
                  </a:lnTo>
                  <a:lnTo>
                    <a:pt x="159892" y="119685"/>
                  </a:lnTo>
                  <a:cubicBezTo>
                    <a:pt x="143624" y="194844"/>
                    <a:pt x="104355" y="246546"/>
                    <a:pt x="40208" y="277673"/>
                  </a:cubicBezTo>
                  <a:cubicBezTo>
                    <a:pt x="47866" y="284365"/>
                    <a:pt x="58877" y="297777"/>
                    <a:pt x="64148" y="305917"/>
                  </a:cubicBezTo>
                  <a:cubicBezTo>
                    <a:pt x="127825" y="273355"/>
                    <a:pt x="167081" y="220219"/>
                    <a:pt x="187185" y="146977"/>
                  </a:cubicBezTo>
                  <a:cubicBezTo>
                    <a:pt x="207771" y="218783"/>
                    <a:pt x="244627" y="272402"/>
                    <a:pt x="307352" y="303518"/>
                  </a:cubicBezTo>
                  <a:cubicBezTo>
                    <a:pt x="313093" y="293941"/>
                    <a:pt x="324586" y="280060"/>
                    <a:pt x="332244" y="272402"/>
                  </a:cubicBezTo>
                  <a:cubicBezTo>
                    <a:pt x="269532" y="245592"/>
                    <a:pt x="233616" y="192926"/>
                    <a:pt x="215430" y="119685"/>
                  </a:cubicBezTo>
                  <a:lnTo>
                    <a:pt x="337502" y="119685"/>
                  </a:lnTo>
                  <a:lnTo>
                    <a:pt x="337502" y="369114"/>
                  </a:lnTo>
                  <a:cubicBezTo>
                    <a:pt x="337502" y="376770"/>
                    <a:pt x="335597" y="379158"/>
                    <a:pt x="326973" y="379642"/>
                  </a:cubicBezTo>
                  <a:cubicBezTo>
                    <a:pt x="317398" y="380124"/>
                    <a:pt x="287718" y="380124"/>
                    <a:pt x="256603" y="379158"/>
                  </a:cubicBezTo>
                  <a:cubicBezTo>
                    <a:pt x="261861" y="388734"/>
                    <a:pt x="267131" y="405015"/>
                    <a:pt x="268566" y="415061"/>
                  </a:cubicBezTo>
                  <a:cubicBezTo>
                    <a:pt x="309257" y="415061"/>
                    <a:pt x="336550" y="415061"/>
                    <a:pt x="352831" y="409320"/>
                  </a:cubicBezTo>
                  <a:cubicBezTo>
                    <a:pt x="368630" y="403097"/>
                    <a:pt x="373418" y="391605"/>
                    <a:pt x="373418" y="369114"/>
                  </a:cubicBezTo>
                  <a:lnTo>
                    <a:pt x="373418" y="8473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1" id="91"/>
          <p:cNvSpPr/>
          <p:nvPr/>
        </p:nvSpPr>
        <p:spPr>
          <a:xfrm flipH="false" flipV="false" rot="0">
            <a:off x="4434983" y="881927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4676051" y="8819150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4929883" y="8819874"/>
            <a:ext cx="190500" cy="222247"/>
            <a:chOff x="9862599" y="17643925"/>
            <a:chExt cx="375336" cy="43613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5" y="-5"/>
              <a:ext cx="375323" cy="436130"/>
            </a:xfrm>
            <a:custGeom>
              <a:avLst/>
              <a:gdLst/>
              <a:ahLst/>
              <a:cxnLst/>
              <a:rect r="r" b="b" t="t" l="l"/>
              <a:pathLst>
                <a:path h="436130" w="375323">
                  <a:moveTo>
                    <a:pt x="337032" y="237465"/>
                  </a:moveTo>
                  <a:lnTo>
                    <a:pt x="337032" y="373900"/>
                  </a:lnTo>
                  <a:lnTo>
                    <a:pt x="205854" y="373900"/>
                  </a:lnTo>
                  <a:lnTo>
                    <a:pt x="205854" y="207302"/>
                  </a:lnTo>
                  <a:lnTo>
                    <a:pt x="356654" y="207302"/>
                  </a:lnTo>
                  <a:lnTo>
                    <a:pt x="356654" y="43091"/>
                  </a:lnTo>
                  <a:lnTo>
                    <a:pt x="318351" y="43091"/>
                  </a:lnTo>
                  <a:lnTo>
                    <a:pt x="318351" y="172351"/>
                  </a:lnTo>
                  <a:lnTo>
                    <a:pt x="205854" y="172351"/>
                  </a:lnTo>
                  <a:lnTo>
                    <a:pt x="205854" y="0"/>
                  </a:lnTo>
                  <a:lnTo>
                    <a:pt x="167551" y="0"/>
                  </a:lnTo>
                  <a:lnTo>
                    <a:pt x="167551" y="172351"/>
                  </a:lnTo>
                  <a:lnTo>
                    <a:pt x="57925" y="172351"/>
                  </a:lnTo>
                  <a:lnTo>
                    <a:pt x="57925" y="43573"/>
                  </a:lnTo>
                  <a:lnTo>
                    <a:pt x="21057" y="43573"/>
                  </a:lnTo>
                  <a:lnTo>
                    <a:pt x="21057" y="207302"/>
                  </a:lnTo>
                  <a:lnTo>
                    <a:pt x="167551" y="207302"/>
                  </a:lnTo>
                  <a:lnTo>
                    <a:pt x="167551" y="373900"/>
                  </a:lnTo>
                  <a:lnTo>
                    <a:pt x="38291" y="373900"/>
                  </a:lnTo>
                  <a:lnTo>
                    <a:pt x="38291" y="237465"/>
                  </a:lnTo>
                  <a:lnTo>
                    <a:pt x="0" y="237465"/>
                  </a:lnTo>
                  <a:lnTo>
                    <a:pt x="0" y="408851"/>
                  </a:lnTo>
                  <a:lnTo>
                    <a:pt x="337032" y="408851"/>
                  </a:lnTo>
                  <a:lnTo>
                    <a:pt x="337032" y="436130"/>
                  </a:lnTo>
                  <a:lnTo>
                    <a:pt x="375323" y="436130"/>
                  </a:lnTo>
                  <a:lnTo>
                    <a:pt x="375323" y="237465"/>
                  </a:lnTo>
                  <a:lnTo>
                    <a:pt x="337032" y="2374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5152920" y="882106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5393026" y="8916143"/>
            <a:ext cx="222247" cy="25403"/>
            <a:chOff x="10790964" y="17838291"/>
            <a:chExt cx="434696" cy="3877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-2" y="2"/>
              <a:ext cx="434695" cy="38773"/>
            </a:xfrm>
            <a:custGeom>
              <a:avLst/>
              <a:gdLst/>
              <a:ahLst/>
              <a:cxnLst/>
              <a:rect r="r" b="b" t="t" l="l"/>
              <a:pathLst>
                <a:path h="38773" w="434695">
                  <a:moveTo>
                    <a:pt x="434695" y="0"/>
                  </a:moveTo>
                  <a:lnTo>
                    <a:pt x="434695" y="38773"/>
                  </a:lnTo>
                  <a:lnTo>
                    <a:pt x="0" y="38773"/>
                  </a:lnTo>
                  <a:lnTo>
                    <a:pt x="0" y="0"/>
                  </a:lnTo>
                  <a:lnTo>
                    <a:pt x="434695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5625656" y="8820226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330843" y="9153992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2736618" y="915280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2973610" y="915411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103357" y="5174818"/>
            <a:ext cx="209550" cy="215903"/>
          </a:xfrm>
          <a:custGeom>
            <a:avLst/>
            <a:gdLst/>
            <a:ahLst/>
            <a:cxnLst/>
            <a:rect r="r" b="b" t="t" l="l"/>
            <a:pathLst>
              <a:path h="215903" w="209550">
                <a:moveTo>
                  <a:pt x="0" y="0"/>
                </a:moveTo>
                <a:lnTo>
                  <a:pt x="209550" y="0"/>
                </a:lnTo>
                <a:lnTo>
                  <a:pt x="209550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1331795" y="5174523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568606" y="517416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806683" y="5174285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44">
              <a:extLst>
                <a:ext uri="{96DAC541-7B7A-43D3-8B79-37D633B846F1}">
                  <asvg:svgBlip xmlns:asvg="http://schemas.microsoft.com/office/drawing/2016/SVG/main" r:embed="rId1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2047627" y="5173799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2286667" y="5175237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2537679" y="5174285"/>
            <a:ext cx="196853" cy="222247"/>
          </a:xfrm>
          <a:custGeom>
            <a:avLst/>
            <a:gdLst/>
            <a:ahLst/>
            <a:cxnLst/>
            <a:rect r="r" b="b" t="t" l="l"/>
            <a:pathLst>
              <a:path h="222247" w="196853">
                <a:moveTo>
                  <a:pt x="0" y="0"/>
                </a:moveTo>
                <a:lnTo>
                  <a:pt x="196853" y="0"/>
                </a:lnTo>
                <a:lnTo>
                  <a:pt x="19685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2775690" y="5174971"/>
            <a:ext cx="203197" cy="215903"/>
          </a:xfrm>
          <a:custGeom>
            <a:avLst/>
            <a:gdLst/>
            <a:ahLst/>
            <a:cxnLst/>
            <a:rect r="r" b="b" t="t" l="l"/>
            <a:pathLst>
              <a:path h="215903" w="203197">
                <a:moveTo>
                  <a:pt x="0" y="0"/>
                </a:moveTo>
                <a:lnTo>
                  <a:pt x="203197" y="0"/>
                </a:lnTo>
                <a:lnTo>
                  <a:pt x="20319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3962429" y="5249275"/>
            <a:ext cx="50797" cy="82553"/>
            <a:chOff x="7928973" y="10499237"/>
            <a:chExt cx="93358" cy="1637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5" y="5"/>
              <a:ext cx="93345" cy="163729"/>
            </a:xfrm>
            <a:custGeom>
              <a:avLst/>
              <a:gdLst/>
              <a:ahLst/>
              <a:cxnLst/>
              <a:rect r="r" b="b" t="t" l="l"/>
              <a:pathLst>
                <a:path h="163729" w="93345">
                  <a:moveTo>
                    <a:pt x="10529" y="163729"/>
                  </a:moveTo>
                  <a:cubicBezTo>
                    <a:pt x="60795" y="146012"/>
                    <a:pt x="93345" y="106756"/>
                    <a:pt x="93345" y="55055"/>
                  </a:cubicBezTo>
                  <a:cubicBezTo>
                    <a:pt x="93345" y="21540"/>
                    <a:pt x="78994" y="0"/>
                    <a:pt x="52654" y="0"/>
                  </a:cubicBezTo>
                  <a:cubicBezTo>
                    <a:pt x="33033" y="0"/>
                    <a:pt x="16269" y="11963"/>
                    <a:pt x="16269" y="34468"/>
                  </a:cubicBezTo>
                  <a:cubicBezTo>
                    <a:pt x="16269" y="56972"/>
                    <a:pt x="32551" y="68453"/>
                    <a:pt x="52184" y="68453"/>
                  </a:cubicBezTo>
                  <a:cubicBezTo>
                    <a:pt x="55055" y="68453"/>
                    <a:pt x="57442" y="68453"/>
                    <a:pt x="60312" y="67983"/>
                  </a:cubicBezTo>
                  <a:cubicBezTo>
                    <a:pt x="57925" y="100533"/>
                    <a:pt x="36856" y="123038"/>
                    <a:pt x="0" y="138354"/>
                  </a:cubicBezTo>
                  <a:lnTo>
                    <a:pt x="10529" y="16372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2" id="112"/>
          <p:cNvSpPr/>
          <p:nvPr/>
        </p:nvSpPr>
        <p:spPr>
          <a:xfrm flipH="false" flipV="false" rot="0">
            <a:off x="4115857" y="5174523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4358002" y="5174523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4594403" y="5179247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838643" y="5192544"/>
            <a:ext cx="215903" cy="203197"/>
            <a:chOff x="9681822" y="10387693"/>
            <a:chExt cx="422732" cy="4011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-2" y="5"/>
              <a:ext cx="422732" cy="401180"/>
            </a:xfrm>
            <a:custGeom>
              <a:avLst/>
              <a:gdLst/>
              <a:ahLst/>
              <a:cxnLst/>
              <a:rect r="r" b="b" t="t" l="l"/>
              <a:pathLst>
                <a:path h="401180" w="422732">
                  <a:moveTo>
                    <a:pt x="422731" y="35421"/>
                  </a:moveTo>
                  <a:lnTo>
                    <a:pt x="422731" y="0"/>
                  </a:lnTo>
                  <a:lnTo>
                    <a:pt x="0" y="0"/>
                  </a:lnTo>
                  <a:lnTo>
                    <a:pt x="0" y="35421"/>
                  </a:lnTo>
                  <a:lnTo>
                    <a:pt x="182879" y="35421"/>
                  </a:lnTo>
                  <a:lnTo>
                    <a:pt x="182879" y="401180"/>
                  </a:lnTo>
                  <a:lnTo>
                    <a:pt x="220700" y="401180"/>
                  </a:lnTo>
                  <a:lnTo>
                    <a:pt x="220700" y="149365"/>
                  </a:lnTo>
                  <a:cubicBezTo>
                    <a:pt x="275272" y="178562"/>
                    <a:pt x="339433" y="217818"/>
                    <a:pt x="371982" y="244627"/>
                  </a:cubicBezTo>
                  <a:lnTo>
                    <a:pt x="396875" y="212560"/>
                  </a:lnTo>
                  <a:cubicBezTo>
                    <a:pt x="359054" y="183832"/>
                    <a:pt x="283896" y="140741"/>
                    <a:pt x="226923" y="113449"/>
                  </a:cubicBezTo>
                  <a:lnTo>
                    <a:pt x="220700" y="120637"/>
                  </a:lnTo>
                  <a:lnTo>
                    <a:pt x="220700" y="35421"/>
                  </a:lnTo>
                  <a:lnTo>
                    <a:pt x="422731" y="35421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5085940" y="5174971"/>
            <a:ext cx="203197" cy="215903"/>
          </a:xfrm>
          <a:custGeom>
            <a:avLst/>
            <a:gdLst/>
            <a:ahLst/>
            <a:cxnLst/>
            <a:rect r="r" b="b" t="t" l="l"/>
            <a:pathLst>
              <a:path h="215903" w="203197">
                <a:moveTo>
                  <a:pt x="0" y="0"/>
                </a:moveTo>
                <a:lnTo>
                  <a:pt x="203197" y="0"/>
                </a:lnTo>
                <a:lnTo>
                  <a:pt x="20319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5314607" y="517476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2">
              <a:extLst>
                <a:ext uri="{96DAC541-7B7A-43D3-8B79-37D633B846F1}">
                  <asvg:svgBlip xmlns:asvg="http://schemas.microsoft.com/office/drawing/2016/SVG/main" r:embed="rId1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9" id="119"/>
          <p:cNvSpPr/>
          <p:nvPr/>
        </p:nvSpPr>
        <p:spPr>
          <a:xfrm flipH="false" flipV="false" rot="0">
            <a:off x="5554247" y="517356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4">
              <a:extLst>
                <a:ext uri="{96DAC541-7B7A-43D3-8B79-37D633B846F1}">
                  <asvg:svgBlip xmlns:asvg="http://schemas.microsoft.com/office/drawing/2016/SVG/main" r:embed="rId16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0" id="120"/>
          <p:cNvGrpSpPr/>
          <p:nvPr/>
        </p:nvGrpSpPr>
        <p:grpSpPr>
          <a:xfrm rot="0">
            <a:off x="5876611" y="5249275"/>
            <a:ext cx="50797" cy="82553"/>
            <a:chOff x="11757340" y="10499237"/>
            <a:chExt cx="93358" cy="1637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3" y="5"/>
              <a:ext cx="93345" cy="163729"/>
            </a:xfrm>
            <a:custGeom>
              <a:avLst/>
              <a:gdLst/>
              <a:ahLst/>
              <a:cxnLst/>
              <a:rect r="r" b="b" t="t" l="l"/>
              <a:pathLst>
                <a:path h="163729" w="93345">
                  <a:moveTo>
                    <a:pt x="10528" y="163729"/>
                  </a:moveTo>
                  <a:cubicBezTo>
                    <a:pt x="60795" y="146012"/>
                    <a:pt x="93345" y="106756"/>
                    <a:pt x="93345" y="55055"/>
                  </a:cubicBezTo>
                  <a:cubicBezTo>
                    <a:pt x="93345" y="21540"/>
                    <a:pt x="78993" y="0"/>
                    <a:pt x="52654" y="0"/>
                  </a:cubicBezTo>
                  <a:cubicBezTo>
                    <a:pt x="33032" y="0"/>
                    <a:pt x="16269" y="11963"/>
                    <a:pt x="16269" y="34468"/>
                  </a:cubicBezTo>
                  <a:cubicBezTo>
                    <a:pt x="16269" y="56972"/>
                    <a:pt x="32550" y="68453"/>
                    <a:pt x="52183" y="68453"/>
                  </a:cubicBezTo>
                  <a:cubicBezTo>
                    <a:pt x="55054" y="68453"/>
                    <a:pt x="57441" y="68453"/>
                    <a:pt x="60312" y="67983"/>
                  </a:cubicBezTo>
                  <a:cubicBezTo>
                    <a:pt x="57924" y="100533"/>
                    <a:pt x="36855" y="123038"/>
                    <a:pt x="0" y="138354"/>
                  </a:cubicBezTo>
                  <a:lnTo>
                    <a:pt x="10528" y="16372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092756" y="5509250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166">
              <a:extLst>
                <a:ext uri="{96DAC541-7B7A-43D3-8B79-37D633B846F1}">
                  <asvg:svgBlip xmlns:asvg="http://schemas.microsoft.com/office/drawing/2016/SVG/main" r:embed="rId1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330052" y="550721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8">
              <a:extLst>
                <a:ext uri="{96DAC541-7B7A-43D3-8B79-37D633B846F1}">
                  <asvg:svgBlip xmlns:asvg="http://schemas.microsoft.com/office/drawing/2016/SVG/main" r:embed="rId16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4" id="124"/>
          <p:cNvGrpSpPr/>
          <p:nvPr/>
        </p:nvGrpSpPr>
        <p:grpSpPr>
          <a:xfrm rot="0">
            <a:off x="1583884" y="5507926"/>
            <a:ext cx="190500" cy="222247"/>
            <a:chOff x="3170601" y="11020036"/>
            <a:chExt cx="375336" cy="43613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5" y="-5"/>
              <a:ext cx="375323" cy="436143"/>
            </a:xfrm>
            <a:custGeom>
              <a:avLst/>
              <a:gdLst/>
              <a:ahLst/>
              <a:cxnLst/>
              <a:rect r="r" b="b" t="t" l="l"/>
              <a:pathLst>
                <a:path h="436143" w="375323">
                  <a:moveTo>
                    <a:pt x="337032" y="237464"/>
                  </a:moveTo>
                  <a:lnTo>
                    <a:pt x="337032" y="373900"/>
                  </a:lnTo>
                  <a:lnTo>
                    <a:pt x="205854" y="373900"/>
                  </a:lnTo>
                  <a:lnTo>
                    <a:pt x="205854" y="207302"/>
                  </a:lnTo>
                  <a:lnTo>
                    <a:pt x="356654" y="207302"/>
                  </a:lnTo>
                  <a:lnTo>
                    <a:pt x="356654" y="43091"/>
                  </a:lnTo>
                  <a:lnTo>
                    <a:pt x="318363" y="43091"/>
                  </a:lnTo>
                  <a:lnTo>
                    <a:pt x="318363" y="172351"/>
                  </a:lnTo>
                  <a:lnTo>
                    <a:pt x="205854" y="172351"/>
                  </a:lnTo>
                  <a:lnTo>
                    <a:pt x="205854" y="0"/>
                  </a:lnTo>
                  <a:lnTo>
                    <a:pt x="167551" y="0"/>
                  </a:lnTo>
                  <a:lnTo>
                    <a:pt x="167551" y="172351"/>
                  </a:lnTo>
                  <a:lnTo>
                    <a:pt x="57925" y="172351"/>
                  </a:lnTo>
                  <a:lnTo>
                    <a:pt x="57925" y="43574"/>
                  </a:lnTo>
                  <a:lnTo>
                    <a:pt x="21057" y="43574"/>
                  </a:lnTo>
                  <a:lnTo>
                    <a:pt x="21057" y="207302"/>
                  </a:lnTo>
                  <a:lnTo>
                    <a:pt x="167551" y="207302"/>
                  </a:lnTo>
                  <a:lnTo>
                    <a:pt x="167551" y="373900"/>
                  </a:lnTo>
                  <a:lnTo>
                    <a:pt x="38291" y="373900"/>
                  </a:lnTo>
                  <a:lnTo>
                    <a:pt x="38291" y="237464"/>
                  </a:lnTo>
                  <a:lnTo>
                    <a:pt x="0" y="237464"/>
                  </a:lnTo>
                  <a:lnTo>
                    <a:pt x="0" y="408851"/>
                  </a:lnTo>
                  <a:lnTo>
                    <a:pt x="337032" y="408851"/>
                  </a:lnTo>
                  <a:lnTo>
                    <a:pt x="337032" y="436143"/>
                  </a:lnTo>
                  <a:lnTo>
                    <a:pt x="375323" y="436143"/>
                  </a:lnTo>
                  <a:lnTo>
                    <a:pt x="375323" y="237464"/>
                  </a:lnTo>
                  <a:lnTo>
                    <a:pt x="337032" y="23746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6" id="126"/>
          <p:cNvSpPr/>
          <p:nvPr/>
        </p:nvSpPr>
        <p:spPr>
          <a:xfrm flipH="false" flipV="false" rot="0">
            <a:off x="1806921" y="5509127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70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2047275" y="5508403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2286905" y="5507212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1094965" y="1864719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76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1334357" y="1865443"/>
            <a:ext cx="228600" cy="222247"/>
          </a:xfrm>
          <a:custGeom>
            <a:avLst/>
            <a:gdLst/>
            <a:ahLst/>
            <a:cxnLst/>
            <a:rect r="r" b="b" t="t" l="l"/>
            <a:pathLst>
              <a:path h="222247" w="228600">
                <a:moveTo>
                  <a:pt x="0" y="0"/>
                </a:moveTo>
                <a:lnTo>
                  <a:pt x="228600" y="0"/>
                </a:lnTo>
                <a:lnTo>
                  <a:pt x="22860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78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1576921" y="186340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80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1821828" y="1863166"/>
            <a:ext cx="209550" cy="222247"/>
          </a:xfrm>
          <a:custGeom>
            <a:avLst/>
            <a:gdLst/>
            <a:ahLst/>
            <a:cxnLst/>
            <a:rect r="r" b="b" t="t" l="l"/>
            <a:pathLst>
              <a:path h="222247" w="209550">
                <a:moveTo>
                  <a:pt x="0" y="0"/>
                </a:moveTo>
                <a:lnTo>
                  <a:pt x="209550" y="0"/>
                </a:lnTo>
                <a:lnTo>
                  <a:pt x="20955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2053438" y="186436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2295582" y="186436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86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5" id="135"/>
          <p:cNvGrpSpPr/>
          <p:nvPr/>
        </p:nvGrpSpPr>
        <p:grpSpPr>
          <a:xfrm rot="0">
            <a:off x="2549528" y="1864128"/>
            <a:ext cx="190500" cy="222247"/>
            <a:chOff x="5101895" y="3732431"/>
            <a:chExt cx="375336" cy="43613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-3"/>
              <a:ext cx="375336" cy="436131"/>
            </a:xfrm>
            <a:custGeom>
              <a:avLst/>
              <a:gdLst/>
              <a:ahLst/>
              <a:cxnLst/>
              <a:rect r="r" b="b" t="t" l="l"/>
              <a:pathLst>
                <a:path h="436131" w="375336">
                  <a:moveTo>
                    <a:pt x="337033" y="237465"/>
                  </a:moveTo>
                  <a:lnTo>
                    <a:pt x="337033" y="373901"/>
                  </a:lnTo>
                  <a:lnTo>
                    <a:pt x="205854" y="373901"/>
                  </a:lnTo>
                  <a:lnTo>
                    <a:pt x="205854" y="207303"/>
                  </a:lnTo>
                  <a:lnTo>
                    <a:pt x="356667" y="207303"/>
                  </a:lnTo>
                  <a:lnTo>
                    <a:pt x="356667" y="43092"/>
                  </a:lnTo>
                  <a:lnTo>
                    <a:pt x="318363" y="43092"/>
                  </a:lnTo>
                  <a:lnTo>
                    <a:pt x="318363" y="172352"/>
                  </a:lnTo>
                  <a:lnTo>
                    <a:pt x="205854" y="172352"/>
                  </a:lnTo>
                  <a:lnTo>
                    <a:pt x="205854" y="0"/>
                  </a:lnTo>
                  <a:lnTo>
                    <a:pt x="167564" y="0"/>
                  </a:lnTo>
                  <a:lnTo>
                    <a:pt x="167564" y="172352"/>
                  </a:lnTo>
                  <a:lnTo>
                    <a:pt x="57925" y="172352"/>
                  </a:lnTo>
                  <a:lnTo>
                    <a:pt x="57925" y="43574"/>
                  </a:lnTo>
                  <a:lnTo>
                    <a:pt x="21069" y="43574"/>
                  </a:lnTo>
                  <a:lnTo>
                    <a:pt x="21069" y="207303"/>
                  </a:lnTo>
                  <a:lnTo>
                    <a:pt x="167564" y="207303"/>
                  </a:lnTo>
                  <a:lnTo>
                    <a:pt x="167564" y="373901"/>
                  </a:lnTo>
                  <a:lnTo>
                    <a:pt x="38303" y="373901"/>
                  </a:lnTo>
                  <a:lnTo>
                    <a:pt x="38303" y="237465"/>
                  </a:lnTo>
                  <a:lnTo>
                    <a:pt x="0" y="237465"/>
                  </a:lnTo>
                  <a:lnTo>
                    <a:pt x="0" y="408851"/>
                  </a:lnTo>
                  <a:lnTo>
                    <a:pt x="337033" y="408851"/>
                  </a:lnTo>
                  <a:lnTo>
                    <a:pt x="337033" y="436131"/>
                  </a:lnTo>
                  <a:lnTo>
                    <a:pt x="375336" y="436131"/>
                  </a:lnTo>
                  <a:lnTo>
                    <a:pt x="375336" y="237465"/>
                  </a:lnTo>
                  <a:lnTo>
                    <a:pt x="337033" y="2374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7" id="137"/>
          <p:cNvSpPr/>
          <p:nvPr/>
        </p:nvSpPr>
        <p:spPr>
          <a:xfrm flipH="false" flipV="false" rot="0">
            <a:off x="2770232" y="1876454"/>
            <a:ext cx="228600" cy="209550"/>
          </a:xfrm>
          <a:custGeom>
            <a:avLst/>
            <a:gdLst/>
            <a:ahLst/>
            <a:cxnLst/>
            <a:rect r="r" b="b" t="t" l="l"/>
            <a:pathLst>
              <a:path h="209550" w="228600">
                <a:moveTo>
                  <a:pt x="0" y="0"/>
                </a:moveTo>
                <a:lnTo>
                  <a:pt x="228600" y="0"/>
                </a:lnTo>
                <a:lnTo>
                  <a:pt x="22860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8" id="138"/>
          <p:cNvGrpSpPr/>
          <p:nvPr/>
        </p:nvGrpSpPr>
        <p:grpSpPr>
          <a:xfrm rot="0">
            <a:off x="3013043" y="1864243"/>
            <a:ext cx="222247" cy="222247"/>
            <a:chOff x="6029305" y="3733869"/>
            <a:chExt cx="438048" cy="433743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-5" y="-5"/>
              <a:ext cx="438048" cy="433743"/>
            </a:xfrm>
            <a:custGeom>
              <a:avLst/>
              <a:gdLst/>
              <a:ahLst/>
              <a:cxnLst/>
              <a:rect r="r" b="b" t="t" l="l"/>
              <a:pathLst>
                <a:path h="433743" w="438048">
                  <a:moveTo>
                    <a:pt x="197244" y="0"/>
                  </a:moveTo>
                  <a:cubicBezTo>
                    <a:pt x="195808" y="72771"/>
                    <a:pt x="198679" y="305435"/>
                    <a:pt x="0" y="405981"/>
                  </a:cubicBezTo>
                  <a:cubicBezTo>
                    <a:pt x="11011" y="413639"/>
                    <a:pt x="22504" y="424167"/>
                    <a:pt x="28727" y="433743"/>
                  </a:cubicBezTo>
                  <a:cubicBezTo>
                    <a:pt x="145542" y="371500"/>
                    <a:pt x="196291" y="264274"/>
                    <a:pt x="218313" y="168516"/>
                  </a:cubicBezTo>
                  <a:cubicBezTo>
                    <a:pt x="241287" y="257569"/>
                    <a:pt x="292519" y="375818"/>
                    <a:pt x="412204" y="431825"/>
                  </a:cubicBezTo>
                  <a:cubicBezTo>
                    <a:pt x="417461" y="421780"/>
                    <a:pt x="428003" y="409804"/>
                    <a:pt x="438048" y="401663"/>
                  </a:cubicBezTo>
                  <a:cubicBezTo>
                    <a:pt x="269050" y="326504"/>
                    <a:pt x="240335" y="126390"/>
                    <a:pt x="233146" y="69418"/>
                  </a:cubicBezTo>
                  <a:cubicBezTo>
                    <a:pt x="235547" y="41173"/>
                    <a:pt x="236017" y="17234"/>
                    <a:pt x="236499" y="0"/>
                  </a:cubicBezTo>
                  <a:lnTo>
                    <a:pt x="19724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0" id="140"/>
          <p:cNvSpPr/>
          <p:nvPr/>
        </p:nvSpPr>
        <p:spPr>
          <a:xfrm flipH="false" flipV="false" rot="0">
            <a:off x="3248958" y="1864243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1" id="141"/>
          <p:cNvGrpSpPr/>
          <p:nvPr/>
        </p:nvGrpSpPr>
        <p:grpSpPr>
          <a:xfrm rot="0">
            <a:off x="3574913" y="1939119"/>
            <a:ext cx="50797" cy="82553"/>
            <a:chOff x="7153953" y="3878925"/>
            <a:chExt cx="93358" cy="1637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-5" y="-3"/>
              <a:ext cx="93358" cy="163728"/>
            </a:xfrm>
            <a:custGeom>
              <a:avLst/>
              <a:gdLst/>
              <a:ahLst/>
              <a:cxnLst/>
              <a:rect r="r" b="b" t="t" l="l"/>
              <a:pathLst>
                <a:path h="163728" w="93358">
                  <a:moveTo>
                    <a:pt x="10541" y="163729"/>
                  </a:moveTo>
                  <a:cubicBezTo>
                    <a:pt x="60808" y="146025"/>
                    <a:pt x="93358" y="106757"/>
                    <a:pt x="93358" y="55055"/>
                  </a:cubicBezTo>
                  <a:cubicBezTo>
                    <a:pt x="93358" y="21552"/>
                    <a:pt x="78994" y="0"/>
                    <a:pt x="52667" y="0"/>
                  </a:cubicBezTo>
                  <a:cubicBezTo>
                    <a:pt x="33033" y="0"/>
                    <a:pt x="16282" y="11976"/>
                    <a:pt x="16282" y="34468"/>
                  </a:cubicBezTo>
                  <a:cubicBezTo>
                    <a:pt x="16282" y="56973"/>
                    <a:pt x="32563" y="68466"/>
                    <a:pt x="52184" y="68466"/>
                  </a:cubicBezTo>
                  <a:cubicBezTo>
                    <a:pt x="55054" y="68466"/>
                    <a:pt x="57455" y="68466"/>
                    <a:pt x="60325" y="67984"/>
                  </a:cubicBezTo>
                  <a:cubicBezTo>
                    <a:pt x="57937" y="100533"/>
                    <a:pt x="36868" y="123038"/>
                    <a:pt x="0" y="138354"/>
                  </a:cubicBezTo>
                  <a:lnTo>
                    <a:pt x="10541" y="16372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3" id="143"/>
          <p:cNvSpPr/>
          <p:nvPr/>
        </p:nvSpPr>
        <p:spPr>
          <a:xfrm flipH="false" flipV="false" rot="0">
            <a:off x="3733314" y="1865443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3969772" y="1864719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5" id="145"/>
          <p:cNvGrpSpPr/>
          <p:nvPr/>
        </p:nvGrpSpPr>
        <p:grpSpPr>
          <a:xfrm rot="0">
            <a:off x="4209402" y="1864243"/>
            <a:ext cx="222247" cy="222247"/>
            <a:chOff x="8422030" y="3733869"/>
            <a:chExt cx="438048" cy="433743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-5"/>
              <a:ext cx="438048" cy="433743"/>
            </a:xfrm>
            <a:custGeom>
              <a:avLst/>
              <a:gdLst/>
              <a:ahLst/>
              <a:cxnLst/>
              <a:rect r="r" b="b" t="t" l="l"/>
              <a:pathLst>
                <a:path h="433743" w="438048">
                  <a:moveTo>
                    <a:pt x="197243" y="0"/>
                  </a:moveTo>
                  <a:cubicBezTo>
                    <a:pt x="195809" y="72771"/>
                    <a:pt x="198679" y="305435"/>
                    <a:pt x="0" y="405981"/>
                  </a:cubicBezTo>
                  <a:cubicBezTo>
                    <a:pt x="11011" y="413639"/>
                    <a:pt x="22505" y="424167"/>
                    <a:pt x="28727" y="433743"/>
                  </a:cubicBezTo>
                  <a:cubicBezTo>
                    <a:pt x="145542" y="371500"/>
                    <a:pt x="196278" y="264274"/>
                    <a:pt x="218300" y="168516"/>
                  </a:cubicBezTo>
                  <a:cubicBezTo>
                    <a:pt x="241287" y="257569"/>
                    <a:pt x="292507" y="375818"/>
                    <a:pt x="412191" y="431825"/>
                  </a:cubicBezTo>
                  <a:cubicBezTo>
                    <a:pt x="417462" y="421780"/>
                    <a:pt x="427990" y="409804"/>
                    <a:pt x="438048" y="401663"/>
                  </a:cubicBezTo>
                  <a:cubicBezTo>
                    <a:pt x="269049" y="326504"/>
                    <a:pt x="240322" y="126390"/>
                    <a:pt x="233147" y="69418"/>
                  </a:cubicBezTo>
                  <a:cubicBezTo>
                    <a:pt x="235547" y="41173"/>
                    <a:pt x="236017" y="17234"/>
                    <a:pt x="236499" y="0"/>
                  </a:cubicBezTo>
                  <a:lnTo>
                    <a:pt x="19724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7" id="147"/>
          <p:cNvSpPr/>
          <p:nvPr/>
        </p:nvSpPr>
        <p:spPr>
          <a:xfrm flipH="false" flipV="false" rot="0">
            <a:off x="4445327" y="1864243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196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4686633" y="1865081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198">
              <a:extLs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4929797" y="1875139"/>
            <a:ext cx="215903" cy="209550"/>
          </a:xfrm>
          <a:custGeom>
            <a:avLst/>
            <a:gdLst/>
            <a:ahLst/>
            <a:cxnLst/>
            <a:rect r="r" b="b" t="t" l="l"/>
            <a:pathLst>
              <a:path h="209550" w="215903">
                <a:moveTo>
                  <a:pt x="0" y="0"/>
                </a:moveTo>
                <a:lnTo>
                  <a:pt x="215903" y="0"/>
                </a:lnTo>
                <a:lnTo>
                  <a:pt x="215903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200">
              <a:extLs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0" id="150"/>
          <p:cNvSpPr/>
          <p:nvPr/>
        </p:nvSpPr>
        <p:spPr>
          <a:xfrm flipH="false" flipV="false" rot="0">
            <a:off x="5717562" y="1864662"/>
            <a:ext cx="209550" cy="215903"/>
          </a:xfrm>
          <a:custGeom>
            <a:avLst/>
            <a:gdLst/>
            <a:ahLst/>
            <a:cxnLst/>
            <a:rect r="r" b="b" t="t" l="l"/>
            <a:pathLst>
              <a:path h="215903" w="209550">
                <a:moveTo>
                  <a:pt x="0" y="0"/>
                </a:moveTo>
                <a:lnTo>
                  <a:pt x="209550" y="0"/>
                </a:lnTo>
                <a:lnTo>
                  <a:pt x="209550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202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1101071" y="2198008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04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2" id="152"/>
          <p:cNvGrpSpPr/>
          <p:nvPr/>
        </p:nvGrpSpPr>
        <p:grpSpPr>
          <a:xfrm rot="0">
            <a:off x="1348911" y="2214658"/>
            <a:ext cx="209550" cy="196853"/>
            <a:chOff x="2703421" y="4429407"/>
            <a:chExt cx="407886" cy="39352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2" y="-2"/>
              <a:ext cx="407886" cy="393522"/>
            </a:xfrm>
            <a:custGeom>
              <a:avLst/>
              <a:gdLst/>
              <a:ahLst/>
              <a:cxnLst/>
              <a:rect r="r" b="b" t="t" l="l"/>
              <a:pathLst>
                <a:path h="393522" w="407886">
                  <a:moveTo>
                    <a:pt x="123508" y="358584"/>
                  </a:moveTo>
                  <a:cubicBezTo>
                    <a:pt x="71806" y="358584"/>
                    <a:pt x="61278" y="351878"/>
                    <a:pt x="61278" y="321716"/>
                  </a:cubicBezTo>
                  <a:lnTo>
                    <a:pt x="61278" y="195326"/>
                  </a:lnTo>
                  <a:lnTo>
                    <a:pt x="311176" y="195326"/>
                  </a:lnTo>
                  <a:lnTo>
                    <a:pt x="311176" y="219265"/>
                  </a:lnTo>
                  <a:lnTo>
                    <a:pt x="347561" y="219265"/>
                  </a:lnTo>
                  <a:lnTo>
                    <a:pt x="347561" y="0"/>
                  </a:lnTo>
                  <a:lnTo>
                    <a:pt x="0" y="0"/>
                  </a:lnTo>
                  <a:lnTo>
                    <a:pt x="0" y="34950"/>
                  </a:lnTo>
                  <a:lnTo>
                    <a:pt x="311176" y="34950"/>
                  </a:lnTo>
                  <a:lnTo>
                    <a:pt x="311176" y="160375"/>
                  </a:lnTo>
                  <a:lnTo>
                    <a:pt x="61278" y="160375"/>
                  </a:lnTo>
                  <a:lnTo>
                    <a:pt x="61278" y="81863"/>
                  </a:lnTo>
                  <a:lnTo>
                    <a:pt x="25375" y="81863"/>
                  </a:lnTo>
                  <a:lnTo>
                    <a:pt x="25375" y="321233"/>
                  </a:lnTo>
                  <a:cubicBezTo>
                    <a:pt x="25375" y="380123"/>
                    <a:pt x="49315" y="393522"/>
                    <a:pt x="125908" y="393522"/>
                  </a:cubicBezTo>
                  <a:lnTo>
                    <a:pt x="304953" y="393522"/>
                  </a:lnTo>
                  <a:cubicBezTo>
                    <a:pt x="382994" y="393522"/>
                    <a:pt x="398793" y="367677"/>
                    <a:pt x="407886" y="280060"/>
                  </a:cubicBezTo>
                  <a:cubicBezTo>
                    <a:pt x="397358" y="278155"/>
                    <a:pt x="381559" y="272402"/>
                    <a:pt x="371984" y="265696"/>
                  </a:cubicBezTo>
                  <a:cubicBezTo>
                    <a:pt x="365278" y="342785"/>
                    <a:pt x="357620" y="358584"/>
                    <a:pt x="305436" y="358584"/>
                  </a:cubicBezTo>
                  <a:lnTo>
                    <a:pt x="123508" y="3585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4" id="154"/>
          <p:cNvSpPr/>
          <p:nvPr/>
        </p:nvSpPr>
        <p:spPr>
          <a:xfrm flipH="false" flipV="false" rot="0">
            <a:off x="1577826" y="2198484"/>
            <a:ext cx="215903" cy="222247"/>
          </a:xfrm>
          <a:custGeom>
            <a:avLst/>
            <a:gdLst/>
            <a:ahLst/>
            <a:cxnLst/>
            <a:rect r="r" b="b" t="t" l="l"/>
            <a:pathLst>
              <a:path h="222247" w="215903">
                <a:moveTo>
                  <a:pt x="0" y="0"/>
                </a:moveTo>
                <a:lnTo>
                  <a:pt x="215903" y="0"/>
                </a:lnTo>
                <a:lnTo>
                  <a:pt x="215903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06">
              <a:extLs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5" id="155"/>
          <p:cNvGrpSpPr/>
          <p:nvPr/>
        </p:nvGrpSpPr>
        <p:grpSpPr>
          <a:xfrm rot="0">
            <a:off x="1816675" y="2197894"/>
            <a:ext cx="222247" cy="222247"/>
            <a:chOff x="3636576" y="4401162"/>
            <a:chExt cx="438048" cy="433743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5" y="-2"/>
              <a:ext cx="438036" cy="433743"/>
            </a:xfrm>
            <a:custGeom>
              <a:avLst/>
              <a:gdLst/>
              <a:ahLst/>
              <a:cxnLst/>
              <a:rect r="r" b="b" t="t" l="l"/>
              <a:pathLst>
                <a:path h="433743" w="438036">
                  <a:moveTo>
                    <a:pt x="197231" y="0"/>
                  </a:moveTo>
                  <a:cubicBezTo>
                    <a:pt x="195796" y="72771"/>
                    <a:pt x="198666" y="305434"/>
                    <a:pt x="0" y="405968"/>
                  </a:cubicBezTo>
                  <a:cubicBezTo>
                    <a:pt x="11011" y="413639"/>
                    <a:pt x="22492" y="424167"/>
                    <a:pt x="28715" y="433742"/>
                  </a:cubicBezTo>
                  <a:cubicBezTo>
                    <a:pt x="145529" y="371500"/>
                    <a:pt x="196278" y="264261"/>
                    <a:pt x="218300" y="168516"/>
                  </a:cubicBezTo>
                  <a:cubicBezTo>
                    <a:pt x="241275" y="257568"/>
                    <a:pt x="292507" y="375818"/>
                    <a:pt x="412191" y="431825"/>
                  </a:cubicBezTo>
                  <a:cubicBezTo>
                    <a:pt x="417449" y="421766"/>
                    <a:pt x="427990" y="409803"/>
                    <a:pt x="438036" y="401662"/>
                  </a:cubicBezTo>
                  <a:cubicBezTo>
                    <a:pt x="269050" y="326504"/>
                    <a:pt x="240322" y="126390"/>
                    <a:pt x="233147" y="69418"/>
                  </a:cubicBezTo>
                  <a:cubicBezTo>
                    <a:pt x="235534" y="41173"/>
                    <a:pt x="236017" y="17233"/>
                    <a:pt x="236487" y="0"/>
                  </a:cubicBezTo>
                  <a:lnTo>
                    <a:pt x="197231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57" id="157"/>
          <p:cNvSpPr/>
          <p:nvPr/>
        </p:nvSpPr>
        <p:spPr>
          <a:xfrm flipH="false" flipV="false" rot="0">
            <a:off x="2052599" y="219789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08">
              <a:extLs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8" id="158"/>
          <p:cNvGrpSpPr/>
          <p:nvPr/>
        </p:nvGrpSpPr>
        <p:grpSpPr>
          <a:xfrm rot="0">
            <a:off x="2378554" y="2272770"/>
            <a:ext cx="50797" cy="82553"/>
            <a:chOff x="4761225" y="4546219"/>
            <a:chExt cx="93358" cy="16372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5" y="0"/>
              <a:ext cx="93345" cy="163728"/>
            </a:xfrm>
            <a:custGeom>
              <a:avLst/>
              <a:gdLst/>
              <a:ahLst/>
              <a:cxnLst/>
              <a:rect r="r" b="b" t="t" l="l"/>
              <a:pathLst>
                <a:path h="163728" w="93345">
                  <a:moveTo>
                    <a:pt x="10528" y="163728"/>
                  </a:moveTo>
                  <a:cubicBezTo>
                    <a:pt x="60795" y="146012"/>
                    <a:pt x="93345" y="106756"/>
                    <a:pt x="93345" y="55054"/>
                  </a:cubicBezTo>
                  <a:cubicBezTo>
                    <a:pt x="93345" y="21539"/>
                    <a:pt x="78994" y="0"/>
                    <a:pt x="52654" y="0"/>
                  </a:cubicBezTo>
                  <a:cubicBezTo>
                    <a:pt x="33033" y="0"/>
                    <a:pt x="16269" y="11963"/>
                    <a:pt x="16269" y="34468"/>
                  </a:cubicBezTo>
                  <a:cubicBezTo>
                    <a:pt x="16269" y="56972"/>
                    <a:pt x="32550" y="68466"/>
                    <a:pt x="52184" y="68466"/>
                  </a:cubicBezTo>
                  <a:cubicBezTo>
                    <a:pt x="55054" y="68466"/>
                    <a:pt x="57442" y="68466"/>
                    <a:pt x="60312" y="67983"/>
                  </a:cubicBezTo>
                  <a:cubicBezTo>
                    <a:pt x="57925" y="100533"/>
                    <a:pt x="36856" y="123037"/>
                    <a:pt x="0" y="138354"/>
                  </a:cubicBezTo>
                  <a:lnTo>
                    <a:pt x="10528" y="1637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0" id="160"/>
          <p:cNvSpPr/>
          <p:nvPr/>
        </p:nvSpPr>
        <p:spPr>
          <a:xfrm flipH="false" flipV="false" rot="0">
            <a:off x="2535088" y="2205018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4"/>
                </a:lnTo>
                <a:lnTo>
                  <a:pt x="0" y="215904"/>
                </a:lnTo>
                <a:lnTo>
                  <a:pt x="0" y="0"/>
                </a:lnTo>
                <a:close/>
              </a:path>
            </a:pathLst>
          </a:custGeom>
          <a:blipFill>
            <a:blip r:embed="rId210">
              <a:extLs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2773289" y="2198008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12">
              <a:extLs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2" id="162"/>
          <p:cNvSpPr/>
          <p:nvPr/>
        </p:nvSpPr>
        <p:spPr>
          <a:xfrm flipH="false" flipV="false" rot="0">
            <a:off x="3013520" y="219705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214">
              <a:extLs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3" id="163"/>
          <p:cNvGrpSpPr/>
          <p:nvPr/>
        </p:nvGrpSpPr>
        <p:grpSpPr>
          <a:xfrm rot="0">
            <a:off x="3267351" y="2197770"/>
            <a:ext cx="190500" cy="222247"/>
            <a:chOff x="6537531" y="4399724"/>
            <a:chExt cx="375336" cy="436131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-3" y="0"/>
              <a:ext cx="375336" cy="436131"/>
            </a:xfrm>
            <a:custGeom>
              <a:avLst/>
              <a:gdLst/>
              <a:ahLst/>
              <a:cxnLst/>
              <a:rect r="r" b="b" t="t" l="l"/>
              <a:pathLst>
                <a:path h="436131" w="375336">
                  <a:moveTo>
                    <a:pt x="337033" y="237452"/>
                  </a:moveTo>
                  <a:lnTo>
                    <a:pt x="337033" y="373901"/>
                  </a:lnTo>
                  <a:lnTo>
                    <a:pt x="205868" y="373901"/>
                  </a:lnTo>
                  <a:lnTo>
                    <a:pt x="205868" y="207289"/>
                  </a:lnTo>
                  <a:lnTo>
                    <a:pt x="356667" y="207289"/>
                  </a:lnTo>
                  <a:lnTo>
                    <a:pt x="356667" y="43091"/>
                  </a:lnTo>
                  <a:lnTo>
                    <a:pt x="318364" y="43091"/>
                  </a:lnTo>
                  <a:lnTo>
                    <a:pt x="318364" y="172352"/>
                  </a:lnTo>
                  <a:lnTo>
                    <a:pt x="205868" y="172352"/>
                  </a:lnTo>
                  <a:lnTo>
                    <a:pt x="205868" y="0"/>
                  </a:lnTo>
                  <a:lnTo>
                    <a:pt x="167565" y="0"/>
                  </a:lnTo>
                  <a:lnTo>
                    <a:pt x="167565" y="172352"/>
                  </a:lnTo>
                  <a:lnTo>
                    <a:pt x="57925" y="172352"/>
                  </a:lnTo>
                  <a:lnTo>
                    <a:pt x="57925" y="43561"/>
                  </a:lnTo>
                  <a:lnTo>
                    <a:pt x="21070" y="43561"/>
                  </a:lnTo>
                  <a:lnTo>
                    <a:pt x="21070" y="207289"/>
                  </a:lnTo>
                  <a:lnTo>
                    <a:pt x="167565" y="207289"/>
                  </a:lnTo>
                  <a:lnTo>
                    <a:pt x="167565" y="373901"/>
                  </a:lnTo>
                  <a:lnTo>
                    <a:pt x="38303" y="373901"/>
                  </a:lnTo>
                  <a:lnTo>
                    <a:pt x="38303" y="237452"/>
                  </a:lnTo>
                  <a:lnTo>
                    <a:pt x="0" y="237452"/>
                  </a:lnTo>
                  <a:lnTo>
                    <a:pt x="0" y="408839"/>
                  </a:lnTo>
                  <a:lnTo>
                    <a:pt x="337033" y="408839"/>
                  </a:lnTo>
                  <a:lnTo>
                    <a:pt x="337033" y="436131"/>
                  </a:lnTo>
                  <a:lnTo>
                    <a:pt x="375336" y="436131"/>
                  </a:lnTo>
                  <a:lnTo>
                    <a:pt x="375336" y="237452"/>
                  </a:lnTo>
                  <a:lnTo>
                    <a:pt x="337033" y="23745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5" id="165"/>
          <p:cNvSpPr/>
          <p:nvPr/>
        </p:nvSpPr>
        <p:spPr>
          <a:xfrm flipH="false" flipV="false" rot="0">
            <a:off x="3490989" y="2197056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7" y="0"/>
                </a:lnTo>
                <a:lnTo>
                  <a:pt x="222247" y="222246"/>
                </a:lnTo>
                <a:lnTo>
                  <a:pt x="0" y="222246"/>
                </a:lnTo>
                <a:lnTo>
                  <a:pt x="0" y="0"/>
                </a:lnTo>
                <a:close/>
              </a:path>
            </a:pathLst>
          </a:custGeom>
          <a:blipFill>
            <a:blip r:embed="rId216">
              <a:extLs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3730257" y="2197837"/>
            <a:ext cx="222247" cy="215903"/>
          </a:xfrm>
          <a:custGeom>
            <a:avLst/>
            <a:gdLst/>
            <a:ahLst/>
            <a:cxnLst/>
            <a:rect r="r" b="b" t="t" l="l"/>
            <a:pathLst>
              <a:path h="215903" w="222247">
                <a:moveTo>
                  <a:pt x="0" y="0"/>
                </a:moveTo>
                <a:lnTo>
                  <a:pt x="222247" y="0"/>
                </a:lnTo>
                <a:lnTo>
                  <a:pt x="222247" y="215903"/>
                </a:lnTo>
                <a:lnTo>
                  <a:pt x="0" y="215903"/>
                </a:lnTo>
                <a:lnTo>
                  <a:pt x="0" y="0"/>
                </a:lnTo>
                <a:close/>
              </a:path>
            </a:pathLst>
          </a:custGeom>
          <a:blipFill>
            <a:blip r:embed="rId218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7" id="167"/>
          <p:cNvGrpSpPr/>
          <p:nvPr/>
        </p:nvGrpSpPr>
        <p:grpSpPr>
          <a:xfrm rot="0">
            <a:off x="3970134" y="2197894"/>
            <a:ext cx="222247" cy="222247"/>
            <a:chOff x="7943487" y="4401162"/>
            <a:chExt cx="438048" cy="43374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-5" y="-2"/>
              <a:ext cx="438048" cy="433743"/>
            </a:xfrm>
            <a:custGeom>
              <a:avLst/>
              <a:gdLst/>
              <a:ahLst/>
              <a:cxnLst/>
              <a:rect r="r" b="b" t="t" l="l"/>
              <a:pathLst>
                <a:path h="433743" w="438048">
                  <a:moveTo>
                    <a:pt x="197244" y="0"/>
                  </a:moveTo>
                  <a:cubicBezTo>
                    <a:pt x="195808" y="72771"/>
                    <a:pt x="198679" y="305434"/>
                    <a:pt x="0" y="405968"/>
                  </a:cubicBezTo>
                  <a:cubicBezTo>
                    <a:pt x="11011" y="413639"/>
                    <a:pt x="22504" y="424167"/>
                    <a:pt x="28727" y="433742"/>
                  </a:cubicBezTo>
                  <a:cubicBezTo>
                    <a:pt x="145542" y="371500"/>
                    <a:pt x="196291" y="264261"/>
                    <a:pt x="218313" y="168516"/>
                  </a:cubicBezTo>
                  <a:cubicBezTo>
                    <a:pt x="241287" y="257568"/>
                    <a:pt x="292519" y="375818"/>
                    <a:pt x="412204" y="431825"/>
                  </a:cubicBezTo>
                  <a:cubicBezTo>
                    <a:pt x="417461" y="421766"/>
                    <a:pt x="428003" y="409803"/>
                    <a:pt x="438048" y="401662"/>
                  </a:cubicBezTo>
                  <a:cubicBezTo>
                    <a:pt x="269062" y="326504"/>
                    <a:pt x="240335" y="126390"/>
                    <a:pt x="233146" y="69418"/>
                  </a:cubicBezTo>
                  <a:cubicBezTo>
                    <a:pt x="235547" y="41173"/>
                    <a:pt x="236017" y="17233"/>
                    <a:pt x="236500" y="0"/>
                  </a:cubicBezTo>
                  <a:lnTo>
                    <a:pt x="19724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9" id="169"/>
          <p:cNvSpPr/>
          <p:nvPr/>
        </p:nvSpPr>
        <p:spPr>
          <a:xfrm flipH="false" flipV="false" rot="0">
            <a:off x="4206050" y="2197894"/>
            <a:ext cx="222247" cy="222247"/>
          </a:xfrm>
          <a:custGeom>
            <a:avLst/>
            <a:gdLst/>
            <a:ahLst/>
            <a:cxnLst/>
            <a:rect r="r" b="b" t="t" l="l"/>
            <a:pathLst>
              <a:path h="222247" w="222247">
                <a:moveTo>
                  <a:pt x="0" y="0"/>
                </a:moveTo>
                <a:lnTo>
                  <a:pt x="222246" y="0"/>
                </a:lnTo>
                <a:lnTo>
                  <a:pt x="222246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0" id="170"/>
          <p:cNvSpPr/>
          <p:nvPr/>
        </p:nvSpPr>
        <p:spPr>
          <a:xfrm flipH="false" flipV="false" rot="0">
            <a:off x="4451318" y="2199208"/>
            <a:ext cx="209550" cy="222247"/>
          </a:xfrm>
          <a:custGeom>
            <a:avLst/>
            <a:gdLst/>
            <a:ahLst/>
            <a:cxnLst/>
            <a:rect r="r" b="b" t="t" l="l"/>
            <a:pathLst>
              <a:path h="222247" w="209550">
                <a:moveTo>
                  <a:pt x="0" y="0"/>
                </a:moveTo>
                <a:lnTo>
                  <a:pt x="209550" y="0"/>
                </a:lnTo>
                <a:lnTo>
                  <a:pt x="209550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22">
              <a:extLs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1" id="171"/>
          <p:cNvGrpSpPr/>
          <p:nvPr/>
        </p:nvGrpSpPr>
        <p:grpSpPr>
          <a:xfrm rot="0">
            <a:off x="4687348" y="2197770"/>
            <a:ext cx="222247" cy="222247"/>
            <a:chOff x="9376250" y="4399247"/>
            <a:chExt cx="441401" cy="437083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-5" y="-5"/>
              <a:ext cx="441402" cy="437096"/>
            </a:xfrm>
            <a:custGeom>
              <a:avLst/>
              <a:gdLst/>
              <a:ahLst/>
              <a:cxnLst/>
              <a:rect r="r" b="b" t="t" l="l"/>
              <a:pathLst>
                <a:path h="437096" w="441402">
                  <a:moveTo>
                    <a:pt x="384429" y="235064"/>
                  </a:moveTo>
                  <a:cubicBezTo>
                    <a:pt x="363842" y="255168"/>
                    <a:pt x="330339" y="281508"/>
                    <a:pt x="301612" y="301130"/>
                  </a:cubicBezTo>
                  <a:cubicBezTo>
                    <a:pt x="280543" y="276238"/>
                    <a:pt x="263791" y="247993"/>
                    <a:pt x="250863" y="216395"/>
                  </a:cubicBezTo>
                  <a:lnTo>
                    <a:pt x="426085" y="216395"/>
                  </a:lnTo>
                  <a:lnTo>
                    <a:pt x="426085" y="185750"/>
                  </a:lnTo>
                  <a:lnTo>
                    <a:pt x="236982" y="185750"/>
                  </a:lnTo>
                  <a:lnTo>
                    <a:pt x="236982" y="143142"/>
                  </a:lnTo>
                  <a:lnTo>
                    <a:pt x="389699" y="143142"/>
                  </a:lnTo>
                  <a:lnTo>
                    <a:pt x="389699" y="113462"/>
                  </a:lnTo>
                  <a:lnTo>
                    <a:pt x="236982" y="113462"/>
                  </a:lnTo>
                  <a:lnTo>
                    <a:pt x="236982" y="73254"/>
                  </a:lnTo>
                  <a:lnTo>
                    <a:pt x="411239" y="73254"/>
                  </a:lnTo>
                  <a:lnTo>
                    <a:pt x="411239" y="42609"/>
                  </a:lnTo>
                  <a:lnTo>
                    <a:pt x="236982" y="42609"/>
                  </a:lnTo>
                  <a:lnTo>
                    <a:pt x="236982" y="0"/>
                  </a:lnTo>
                  <a:lnTo>
                    <a:pt x="201549" y="0"/>
                  </a:lnTo>
                  <a:lnTo>
                    <a:pt x="201549" y="42609"/>
                  </a:lnTo>
                  <a:lnTo>
                    <a:pt x="32563" y="42609"/>
                  </a:lnTo>
                  <a:lnTo>
                    <a:pt x="32563" y="73254"/>
                  </a:lnTo>
                  <a:lnTo>
                    <a:pt x="201549" y="73254"/>
                  </a:lnTo>
                  <a:lnTo>
                    <a:pt x="201549" y="113462"/>
                  </a:lnTo>
                  <a:lnTo>
                    <a:pt x="56972" y="113462"/>
                  </a:lnTo>
                  <a:lnTo>
                    <a:pt x="56972" y="143142"/>
                  </a:lnTo>
                  <a:lnTo>
                    <a:pt x="201549" y="143142"/>
                  </a:lnTo>
                  <a:lnTo>
                    <a:pt x="201549" y="185750"/>
                  </a:lnTo>
                  <a:lnTo>
                    <a:pt x="13893" y="185750"/>
                  </a:lnTo>
                  <a:lnTo>
                    <a:pt x="13893" y="216395"/>
                  </a:lnTo>
                  <a:lnTo>
                    <a:pt x="171869" y="216395"/>
                  </a:lnTo>
                  <a:cubicBezTo>
                    <a:pt x="126873" y="256603"/>
                    <a:pt x="59372" y="293954"/>
                    <a:pt x="0" y="312623"/>
                  </a:cubicBezTo>
                  <a:cubicBezTo>
                    <a:pt x="7671" y="319799"/>
                    <a:pt x="18199" y="332727"/>
                    <a:pt x="22987" y="341350"/>
                  </a:cubicBezTo>
                  <a:cubicBezTo>
                    <a:pt x="49314" y="331292"/>
                    <a:pt x="78042" y="318363"/>
                    <a:pt x="105334" y="302565"/>
                  </a:cubicBezTo>
                  <a:lnTo>
                    <a:pt x="105334" y="373418"/>
                  </a:lnTo>
                  <a:cubicBezTo>
                    <a:pt x="105334" y="392087"/>
                    <a:pt x="94792" y="400710"/>
                    <a:pt x="87135" y="404533"/>
                  </a:cubicBezTo>
                  <a:cubicBezTo>
                    <a:pt x="92875" y="412674"/>
                    <a:pt x="100063" y="428003"/>
                    <a:pt x="102451" y="437096"/>
                  </a:cubicBezTo>
                  <a:cubicBezTo>
                    <a:pt x="113462" y="429438"/>
                    <a:pt x="130696" y="423685"/>
                    <a:pt x="263309" y="381076"/>
                  </a:cubicBezTo>
                  <a:cubicBezTo>
                    <a:pt x="261392" y="373901"/>
                    <a:pt x="258521" y="360019"/>
                    <a:pt x="257569" y="350444"/>
                  </a:cubicBezTo>
                  <a:lnTo>
                    <a:pt x="141707" y="385394"/>
                  </a:lnTo>
                  <a:lnTo>
                    <a:pt x="141707" y="279590"/>
                  </a:lnTo>
                  <a:cubicBezTo>
                    <a:pt x="169964" y="260439"/>
                    <a:pt x="195809" y="238900"/>
                    <a:pt x="216395" y="216395"/>
                  </a:cubicBezTo>
                  <a:cubicBezTo>
                    <a:pt x="252780" y="316446"/>
                    <a:pt x="319799" y="388264"/>
                    <a:pt x="417944" y="421297"/>
                  </a:cubicBezTo>
                  <a:cubicBezTo>
                    <a:pt x="423215" y="411721"/>
                    <a:pt x="433743" y="397840"/>
                    <a:pt x="441402" y="390652"/>
                  </a:cubicBezTo>
                  <a:cubicBezTo>
                    <a:pt x="394004" y="376771"/>
                    <a:pt x="354279" y="353314"/>
                    <a:pt x="321234" y="322199"/>
                  </a:cubicBezTo>
                  <a:cubicBezTo>
                    <a:pt x="351396" y="303530"/>
                    <a:pt x="386347" y="279108"/>
                    <a:pt x="413639" y="255651"/>
                  </a:cubicBezTo>
                  <a:lnTo>
                    <a:pt x="384429" y="23506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3" id="173"/>
          <p:cNvSpPr/>
          <p:nvPr/>
        </p:nvSpPr>
        <p:spPr>
          <a:xfrm flipH="false" flipV="false" rot="0">
            <a:off x="144180" y="6249772"/>
            <a:ext cx="685800" cy="1003297"/>
          </a:xfrm>
          <a:custGeom>
            <a:avLst/>
            <a:gdLst/>
            <a:ahLst/>
            <a:cxnLst/>
            <a:rect r="r" b="b" t="t" l="l"/>
            <a:pathLst>
              <a:path h="1003297" w="685800">
                <a:moveTo>
                  <a:pt x="0" y="0"/>
                </a:moveTo>
                <a:lnTo>
                  <a:pt x="685800" y="0"/>
                </a:lnTo>
                <a:lnTo>
                  <a:pt x="685800" y="1003296"/>
                </a:lnTo>
                <a:lnTo>
                  <a:pt x="0" y="1003296"/>
                </a:lnTo>
                <a:lnTo>
                  <a:pt x="0" y="0"/>
                </a:lnTo>
                <a:close/>
              </a:path>
            </a:pathLst>
          </a:custGeom>
          <a:blipFill>
            <a:blip r:embed="rId224">
              <a:extLs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 l="-69" t="0" r="-856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236725" y="3281791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249431" y="3280696"/>
            <a:ext cx="450847" cy="463553"/>
          </a:xfrm>
          <a:custGeom>
            <a:avLst/>
            <a:gdLst/>
            <a:ahLst/>
            <a:cxnLst/>
            <a:rect r="r" b="b" t="t" l="l"/>
            <a:pathLst>
              <a:path h="463553" w="450847">
                <a:moveTo>
                  <a:pt x="0" y="0"/>
                </a:moveTo>
                <a:lnTo>
                  <a:pt x="450847" y="0"/>
                </a:lnTo>
                <a:lnTo>
                  <a:pt x="450847" y="463553"/>
                </a:lnTo>
                <a:lnTo>
                  <a:pt x="0" y="463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249431" y="3294488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7" y="0"/>
                </a:lnTo>
                <a:lnTo>
                  <a:pt x="450847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249431" y="3294488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7" y="0"/>
                </a:lnTo>
                <a:lnTo>
                  <a:pt x="450847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236725" y="3281791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9" id="179"/>
          <p:cNvGrpSpPr/>
          <p:nvPr/>
        </p:nvGrpSpPr>
        <p:grpSpPr>
          <a:xfrm rot="0">
            <a:off x="236868" y="3065764"/>
            <a:ext cx="730253" cy="908047"/>
            <a:chOff x="475157" y="6136858"/>
            <a:chExt cx="1457643" cy="1805445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-3" y="-2"/>
              <a:ext cx="1457647" cy="1805450"/>
            </a:xfrm>
            <a:custGeom>
              <a:avLst/>
              <a:gdLst/>
              <a:ahLst/>
              <a:cxnLst/>
              <a:rect r="r" b="b" t="t" l="l"/>
              <a:pathLst>
                <a:path h="1805450" w="1457647">
                  <a:moveTo>
                    <a:pt x="1457300" y="895642"/>
                  </a:moveTo>
                  <a:cubicBezTo>
                    <a:pt x="1454467" y="837527"/>
                    <a:pt x="1415847" y="787336"/>
                    <a:pt x="1368247" y="757021"/>
                  </a:cubicBezTo>
                  <a:cubicBezTo>
                    <a:pt x="993243" y="516712"/>
                    <a:pt x="618303" y="276187"/>
                    <a:pt x="243158" y="36042"/>
                  </a:cubicBezTo>
                  <a:cubicBezTo>
                    <a:pt x="199825" y="7454"/>
                    <a:pt x="144733" y="-9932"/>
                    <a:pt x="93577" y="6146"/>
                  </a:cubicBezTo>
                  <a:cubicBezTo>
                    <a:pt x="31017" y="24041"/>
                    <a:pt x="-1571" y="92126"/>
                    <a:pt x="893" y="153721"/>
                  </a:cubicBezTo>
                  <a:cubicBezTo>
                    <a:pt x="308" y="653072"/>
                    <a:pt x="461" y="1152385"/>
                    <a:pt x="16" y="1651761"/>
                  </a:cubicBezTo>
                  <a:cubicBezTo>
                    <a:pt x="-695" y="1706156"/>
                    <a:pt x="22089" y="1766379"/>
                    <a:pt x="73397" y="1791411"/>
                  </a:cubicBezTo>
                  <a:cubicBezTo>
                    <a:pt x="126585" y="1818970"/>
                    <a:pt x="190821" y="1802536"/>
                    <a:pt x="238789" y="1771637"/>
                  </a:cubicBezTo>
                  <a:cubicBezTo>
                    <a:pt x="614086" y="1532115"/>
                    <a:pt x="989319" y="1292339"/>
                    <a:pt x="1364539" y="1052754"/>
                  </a:cubicBezTo>
                  <a:cubicBezTo>
                    <a:pt x="1418260" y="1020077"/>
                    <a:pt x="1462011" y="961034"/>
                    <a:pt x="1457300" y="89564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1" id="181"/>
          <p:cNvSpPr/>
          <p:nvPr/>
        </p:nvSpPr>
        <p:spPr>
          <a:xfrm flipH="false" flipV="false" rot="0">
            <a:off x="4623892" y="6179182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2" id="182"/>
          <p:cNvSpPr/>
          <p:nvPr/>
        </p:nvSpPr>
        <p:spPr>
          <a:xfrm flipH="false" flipV="false" rot="0">
            <a:off x="4636599" y="6178096"/>
            <a:ext cx="450847" cy="463553"/>
          </a:xfrm>
          <a:custGeom>
            <a:avLst/>
            <a:gdLst/>
            <a:ahLst/>
            <a:cxnLst/>
            <a:rect r="r" b="b" t="t" l="l"/>
            <a:pathLst>
              <a:path h="463553" w="450847">
                <a:moveTo>
                  <a:pt x="0" y="0"/>
                </a:moveTo>
                <a:lnTo>
                  <a:pt x="450846" y="0"/>
                </a:lnTo>
                <a:lnTo>
                  <a:pt x="450846" y="463553"/>
                </a:lnTo>
                <a:lnTo>
                  <a:pt x="0" y="463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4636599" y="6191888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6" y="0"/>
                </a:lnTo>
                <a:lnTo>
                  <a:pt x="450846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4" id="184"/>
          <p:cNvSpPr/>
          <p:nvPr/>
        </p:nvSpPr>
        <p:spPr>
          <a:xfrm flipH="false" flipV="false" rot="0">
            <a:off x="4636599" y="6191888"/>
            <a:ext cx="450847" cy="450847"/>
          </a:xfrm>
          <a:custGeom>
            <a:avLst/>
            <a:gdLst/>
            <a:ahLst/>
            <a:cxnLst/>
            <a:rect r="r" b="b" t="t" l="l"/>
            <a:pathLst>
              <a:path h="450847" w="450847">
                <a:moveTo>
                  <a:pt x="0" y="0"/>
                </a:moveTo>
                <a:lnTo>
                  <a:pt x="450846" y="0"/>
                </a:lnTo>
                <a:lnTo>
                  <a:pt x="450846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5" id="185"/>
          <p:cNvSpPr/>
          <p:nvPr/>
        </p:nvSpPr>
        <p:spPr>
          <a:xfrm flipH="false" flipV="false" rot="0">
            <a:off x="4623892" y="6179182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6" id="186"/>
          <p:cNvGrpSpPr/>
          <p:nvPr/>
        </p:nvGrpSpPr>
        <p:grpSpPr>
          <a:xfrm rot="0">
            <a:off x="-714" y="7980797"/>
            <a:ext cx="1174747" cy="1314450"/>
            <a:chOff x="0" y="0"/>
            <a:chExt cx="1566329" cy="175260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1566291" cy="1752600"/>
            </a:xfrm>
            <a:custGeom>
              <a:avLst/>
              <a:gdLst/>
              <a:ahLst/>
              <a:cxnLst/>
              <a:rect r="r" b="b" t="t" l="l"/>
              <a:pathLst>
                <a:path h="1752600" w="1566291">
                  <a:moveTo>
                    <a:pt x="0" y="0"/>
                  </a:moveTo>
                  <a:lnTo>
                    <a:pt x="1566291" y="0"/>
                  </a:lnTo>
                  <a:lnTo>
                    <a:pt x="1566291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6"/>
              <a:stretch>
                <a:fillRect l="0" t="0" r="-2" b="0"/>
              </a:stretch>
            </a:blipFill>
          </p:spPr>
        </p:sp>
      </p:grpSp>
      <p:sp>
        <p:nvSpPr>
          <p:cNvPr name="Freeform 188" id="188"/>
          <p:cNvSpPr/>
          <p:nvPr/>
        </p:nvSpPr>
        <p:spPr>
          <a:xfrm flipH="false" flipV="false" rot="0">
            <a:off x="1" y="4837814"/>
            <a:ext cx="971550" cy="984247"/>
          </a:xfrm>
          <a:custGeom>
            <a:avLst/>
            <a:gdLst/>
            <a:ahLst/>
            <a:cxnLst/>
            <a:rect r="r" b="b" t="t" l="l"/>
            <a:pathLst>
              <a:path h="984247" w="971550">
                <a:moveTo>
                  <a:pt x="0" y="0"/>
                </a:moveTo>
                <a:lnTo>
                  <a:pt x="971550" y="0"/>
                </a:lnTo>
                <a:lnTo>
                  <a:pt x="971550" y="984247"/>
                </a:lnTo>
                <a:lnTo>
                  <a:pt x="0" y="984247"/>
                </a:lnTo>
                <a:lnTo>
                  <a:pt x="0" y="0"/>
                </a:lnTo>
                <a:close/>
              </a:path>
            </a:pathLst>
          </a:custGeom>
          <a:blipFill>
            <a:blip r:embed="rId237">
              <a:extLs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 l="0" t="141" r="0" b="-141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405022" y="1613849"/>
            <a:ext cx="425453" cy="425453"/>
            <a:chOff x="813435" y="3232622"/>
            <a:chExt cx="844118" cy="841057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-3"/>
              <a:ext cx="844118" cy="841057"/>
            </a:xfrm>
            <a:custGeom>
              <a:avLst/>
              <a:gdLst/>
              <a:ahLst/>
              <a:cxnLst/>
              <a:rect r="r" b="b" t="t" l="l"/>
              <a:pathLst>
                <a:path h="841057" w="844118">
                  <a:moveTo>
                    <a:pt x="720496" y="123178"/>
                  </a:moveTo>
                  <a:cubicBezTo>
                    <a:pt x="730275" y="132906"/>
                    <a:pt x="739546" y="143104"/>
                    <a:pt x="748309" y="153747"/>
                  </a:cubicBezTo>
                  <a:cubicBezTo>
                    <a:pt x="757085" y="164402"/>
                    <a:pt x="765302" y="175451"/>
                    <a:pt x="772986" y="186894"/>
                  </a:cubicBezTo>
                  <a:cubicBezTo>
                    <a:pt x="780669" y="198349"/>
                    <a:pt x="787756" y="210148"/>
                    <a:pt x="794271" y="222301"/>
                  </a:cubicBezTo>
                  <a:cubicBezTo>
                    <a:pt x="800799" y="234443"/>
                    <a:pt x="806691" y="246876"/>
                    <a:pt x="811987" y="259601"/>
                  </a:cubicBezTo>
                  <a:cubicBezTo>
                    <a:pt x="817270" y="272327"/>
                    <a:pt x="821931" y="285281"/>
                    <a:pt x="825945" y="298463"/>
                  </a:cubicBezTo>
                  <a:cubicBezTo>
                    <a:pt x="829958" y="311633"/>
                    <a:pt x="833310" y="324981"/>
                    <a:pt x="836003" y="338494"/>
                  </a:cubicBezTo>
                  <a:cubicBezTo>
                    <a:pt x="838696" y="351994"/>
                    <a:pt x="840727" y="365608"/>
                    <a:pt x="842086" y="379311"/>
                  </a:cubicBezTo>
                  <a:cubicBezTo>
                    <a:pt x="843433" y="393015"/>
                    <a:pt x="844118" y="406756"/>
                    <a:pt x="844118" y="420535"/>
                  </a:cubicBezTo>
                  <a:cubicBezTo>
                    <a:pt x="844118" y="434302"/>
                    <a:pt x="843433" y="448044"/>
                    <a:pt x="842086" y="461747"/>
                  </a:cubicBezTo>
                  <a:cubicBezTo>
                    <a:pt x="840727" y="475463"/>
                    <a:pt x="838696" y="489065"/>
                    <a:pt x="836003" y="502577"/>
                  </a:cubicBezTo>
                  <a:cubicBezTo>
                    <a:pt x="833310" y="516078"/>
                    <a:pt x="829958" y="529425"/>
                    <a:pt x="825945" y="542608"/>
                  </a:cubicBezTo>
                  <a:cubicBezTo>
                    <a:pt x="821931" y="555790"/>
                    <a:pt x="817270" y="568732"/>
                    <a:pt x="811987" y="581457"/>
                  </a:cubicBezTo>
                  <a:cubicBezTo>
                    <a:pt x="806691" y="594183"/>
                    <a:pt x="800799" y="606616"/>
                    <a:pt x="794271" y="618770"/>
                  </a:cubicBezTo>
                  <a:cubicBezTo>
                    <a:pt x="787756" y="630911"/>
                    <a:pt x="780669" y="642710"/>
                    <a:pt x="772986" y="654165"/>
                  </a:cubicBezTo>
                  <a:cubicBezTo>
                    <a:pt x="765302" y="665620"/>
                    <a:pt x="757085" y="676669"/>
                    <a:pt x="748309" y="687312"/>
                  </a:cubicBezTo>
                  <a:cubicBezTo>
                    <a:pt x="739546" y="697954"/>
                    <a:pt x="730275" y="708152"/>
                    <a:pt x="720496" y="717893"/>
                  </a:cubicBezTo>
                  <a:cubicBezTo>
                    <a:pt x="710717" y="727634"/>
                    <a:pt x="700494" y="736867"/>
                    <a:pt x="689800" y="745605"/>
                  </a:cubicBezTo>
                  <a:cubicBezTo>
                    <a:pt x="679120" y="754342"/>
                    <a:pt x="668033" y="762534"/>
                    <a:pt x="656539" y="770192"/>
                  </a:cubicBezTo>
                  <a:cubicBezTo>
                    <a:pt x="645046" y="777837"/>
                    <a:pt x="633197" y="784911"/>
                    <a:pt x="621017" y="791401"/>
                  </a:cubicBezTo>
                  <a:cubicBezTo>
                    <a:pt x="608825" y="797904"/>
                    <a:pt x="596341" y="803783"/>
                    <a:pt x="583565" y="809054"/>
                  </a:cubicBezTo>
                  <a:cubicBezTo>
                    <a:pt x="570802" y="814325"/>
                    <a:pt x="557797" y="818960"/>
                    <a:pt x="544576" y="822961"/>
                  </a:cubicBezTo>
                  <a:cubicBezTo>
                    <a:pt x="531343" y="826948"/>
                    <a:pt x="517957" y="830301"/>
                    <a:pt x="504393" y="832981"/>
                  </a:cubicBezTo>
                  <a:cubicBezTo>
                    <a:pt x="490842" y="835673"/>
                    <a:pt x="477177" y="837693"/>
                    <a:pt x="463423" y="839039"/>
                  </a:cubicBezTo>
                  <a:cubicBezTo>
                    <a:pt x="449669" y="840385"/>
                    <a:pt x="435877" y="841058"/>
                    <a:pt x="422059" y="841058"/>
                  </a:cubicBezTo>
                  <a:cubicBezTo>
                    <a:pt x="408229" y="841058"/>
                    <a:pt x="394449" y="840385"/>
                    <a:pt x="380683" y="839039"/>
                  </a:cubicBezTo>
                  <a:cubicBezTo>
                    <a:pt x="366928" y="837693"/>
                    <a:pt x="353276" y="835673"/>
                    <a:pt x="339712" y="832981"/>
                  </a:cubicBezTo>
                  <a:cubicBezTo>
                    <a:pt x="326161" y="830301"/>
                    <a:pt x="312763" y="826948"/>
                    <a:pt x="299542" y="822961"/>
                  </a:cubicBezTo>
                  <a:cubicBezTo>
                    <a:pt x="286309" y="818960"/>
                    <a:pt x="273317" y="814325"/>
                    <a:pt x="260541" y="809054"/>
                  </a:cubicBezTo>
                  <a:cubicBezTo>
                    <a:pt x="247777" y="803783"/>
                    <a:pt x="235293" y="797904"/>
                    <a:pt x="223101" y="791401"/>
                  </a:cubicBezTo>
                  <a:cubicBezTo>
                    <a:pt x="210909" y="784911"/>
                    <a:pt x="199072" y="777837"/>
                    <a:pt x="187579" y="770192"/>
                  </a:cubicBezTo>
                  <a:cubicBezTo>
                    <a:pt x="176086" y="762534"/>
                    <a:pt x="164986" y="754342"/>
                    <a:pt x="154305" y="745605"/>
                  </a:cubicBezTo>
                  <a:cubicBezTo>
                    <a:pt x="143624" y="736867"/>
                    <a:pt x="133388" y="727634"/>
                    <a:pt x="123622" y="717893"/>
                  </a:cubicBezTo>
                  <a:cubicBezTo>
                    <a:pt x="113843" y="708152"/>
                    <a:pt x="104572" y="697954"/>
                    <a:pt x="95809" y="687312"/>
                  </a:cubicBezTo>
                  <a:cubicBezTo>
                    <a:pt x="87033" y="676669"/>
                    <a:pt x="78803" y="665620"/>
                    <a:pt x="71133" y="654165"/>
                  </a:cubicBezTo>
                  <a:cubicBezTo>
                    <a:pt x="63449" y="642710"/>
                    <a:pt x="56350" y="630911"/>
                    <a:pt x="49835" y="618770"/>
                  </a:cubicBezTo>
                  <a:cubicBezTo>
                    <a:pt x="43320" y="606616"/>
                    <a:pt x="37414" y="594183"/>
                    <a:pt x="32131" y="581457"/>
                  </a:cubicBezTo>
                  <a:cubicBezTo>
                    <a:pt x="26835" y="568732"/>
                    <a:pt x="22187" y="555790"/>
                    <a:pt x="18174" y="542608"/>
                  </a:cubicBezTo>
                  <a:cubicBezTo>
                    <a:pt x="14161" y="529425"/>
                    <a:pt x="10808" y="516078"/>
                    <a:pt x="8115" y="502577"/>
                  </a:cubicBezTo>
                  <a:cubicBezTo>
                    <a:pt x="5410" y="489065"/>
                    <a:pt x="3391" y="475463"/>
                    <a:pt x="2032" y="461747"/>
                  </a:cubicBezTo>
                  <a:cubicBezTo>
                    <a:pt x="673" y="448044"/>
                    <a:pt x="0" y="434302"/>
                    <a:pt x="0" y="420535"/>
                  </a:cubicBezTo>
                  <a:cubicBezTo>
                    <a:pt x="0" y="406756"/>
                    <a:pt x="673" y="393015"/>
                    <a:pt x="2032" y="379311"/>
                  </a:cubicBezTo>
                  <a:cubicBezTo>
                    <a:pt x="3391" y="365608"/>
                    <a:pt x="5410" y="351994"/>
                    <a:pt x="8115" y="338494"/>
                  </a:cubicBezTo>
                  <a:cubicBezTo>
                    <a:pt x="10808" y="324981"/>
                    <a:pt x="14161" y="311633"/>
                    <a:pt x="18174" y="298463"/>
                  </a:cubicBezTo>
                  <a:cubicBezTo>
                    <a:pt x="22187" y="285281"/>
                    <a:pt x="26835" y="272327"/>
                    <a:pt x="32131" y="259601"/>
                  </a:cubicBezTo>
                  <a:cubicBezTo>
                    <a:pt x="37414" y="246876"/>
                    <a:pt x="43320" y="234443"/>
                    <a:pt x="49835" y="222301"/>
                  </a:cubicBezTo>
                  <a:cubicBezTo>
                    <a:pt x="56350" y="210148"/>
                    <a:pt x="63449" y="198349"/>
                    <a:pt x="71133" y="186894"/>
                  </a:cubicBezTo>
                  <a:cubicBezTo>
                    <a:pt x="78803" y="175451"/>
                    <a:pt x="87033" y="164402"/>
                    <a:pt x="95809" y="153747"/>
                  </a:cubicBezTo>
                  <a:cubicBezTo>
                    <a:pt x="104572" y="143104"/>
                    <a:pt x="113843" y="132906"/>
                    <a:pt x="123622" y="123178"/>
                  </a:cubicBezTo>
                  <a:cubicBezTo>
                    <a:pt x="133388" y="113437"/>
                    <a:pt x="143624" y="104191"/>
                    <a:pt x="154305" y="95454"/>
                  </a:cubicBezTo>
                  <a:cubicBezTo>
                    <a:pt x="164986" y="86716"/>
                    <a:pt x="176086" y="78525"/>
                    <a:pt x="187579" y="70879"/>
                  </a:cubicBezTo>
                  <a:cubicBezTo>
                    <a:pt x="199072" y="63221"/>
                    <a:pt x="210909" y="56147"/>
                    <a:pt x="223101" y="49657"/>
                  </a:cubicBezTo>
                  <a:cubicBezTo>
                    <a:pt x="235293" y="43168"/>
                    <a:pt x="247777" y="37288"/>
                    <a:pt x="260541" y="32017"/>
                  </a:cubicBezTo>
                  <a:cubicBezTo>
                    <a:pt x="273317" y="26747"/>
                    <a:pt x="286309" y="22111"/>
                    <a:pt x="299542" y="18111"/>
                  </a:cubicBezTo>
                  <a:cubicBezTo>
                    <a:pt x="312763" y="14110"/>
                    <a:pt x="326161" y="10770"/>
                    <a:pt x="339712" y="8078"/>
                  </a:cubicBezTo>
                  <a:cubicBezTo>
                    <a:pt x="353276" y="5398"/>
                    <a:pt x="366928" y="3379"/>
                    <a:pt x="380683" y="2033"/>
                  </a:cubicBezTo>
                  <a:cubicBezTo>
                    <a:pt x="394449" y="674"/>
                    <a:pt x="408229" y="0"/>
                    <a:pt x="422059" y="0"/>
                  </a:cubicBezTo>
                  <a:cubicBezTo>
                    <a:pt x="435877" y="0"/>
                    <a:pt x="449669" y="674"/>
                    <a:pt x="463423" y="2033"/>
                  </a:cubicBezTo>
                  <a:cubicBezTo>
                    <a:pt x="477177" y="3379"/>
                    <a:pt x="490842" y="5398"/>
                    <a:pt x="504393" y="8078"/>
                  </a:cubicBezTo>
                  <a:cubicBezTo>
                    <a:pt x="517957" y="10770"/>
                    <a:pt x="531343" y="14110"/>
                    <a:pt x="544576" y="18111"/>
                  </a:cubicBezTo>
                  <a:cubicBezTo>
                    <a:pt x="557797" y="22111"/>
                    <a:pt x="570802" y="26747"/>
                    <a:pt x="583565" y="32017"/>
                  </a:cubicBezTo>
                  <a:cubicBezTo>
                    <a:pt x="596341" y="37288"/>
                    <a:pt x="608825" y="43168"/>
                    <a:pt x="621017" y="49657"/>
                  </a:cubicBezTo>
                  <a:cubicBezTo>
                    <a:pt x="633197" y="56147"/>
                    <a:pt x="645046" y="63221"/>
                    <a:pt x="656539" y="70879"/>
                  </a:cubicBezTo>
                  <a:cubicBezTo>
                    <a:pt x="668033" y="78525"/>
                    <a:pt x="679120" y="86716"/>
                    <a:pt x="689800" y="95454"/>
                  </a:cubicBezTo>
                  <a:cubicBezTo>
                    <a:pt x="700494" y="104191"/>
                    <a:pt x="710717" y="113437"/>
                    <a:pt x="720496" y="12317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236744" y="2129609"/>
            <a:ext cx="762000" cy="381000"/>
            <a:chOff x="473453" y="4260568"/>
            <a:chExt cx="1524064" cy="759295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3" y="2"/>
              <a:ext cx="1524064" cy="759295"/>
            </a:xfrm>
            <a:custGeom>
              <a:avLst/>
              <a:gdLst/>
              <a:ahLst/>
              <a:cxnLst/>
              <a:rect r="r" b="b" t="t" l="l"/>
              <a:pathLst>
                <a:path h="759295" w="1524064">
                  <a:moveTo>
                    <a:pt x="1097280" y="0"/>
                  </a:moveTo>
                  <a:lnTo>
                    <a:pt x="426784" y="0"/>
                  </a:lnTo>
                  <a:cubicBezTo>
                    <a:pt x="191072" y="0"/>
                    <a:pt x="0" y="190399"/>
                    <a:pt x="0" y="425260"/>
                  </a:cubicBezTo>
                  <a:lnTo>
                    <a:pt x="0" y="751079"/>
                  </a:lnTo>
                  <a:cubicBezTo>
                    <a:pt x="0" y="755613"/>
                    <a:pt x="3683" y="759296"/>
                    <a:pt x="8242" y="759296"/>
                  </a:cubicBezTo>
                  <a:lnTo>
                    <a:pt x="1515809" y="759296"/>
                  </a:lnTo>
                  <a:cubicBezTo>
                    <a:pt x="1520368" y="759296"/>
                    <a:pt x="1524064" y="755613"/>
                    <a:pt x="1524064" y="751079"/>
                  </a:cubicBezTo>
                  <a:lnTo>
                    <a:pt x="1524064" y="425260"/>
                  </a:lnTo>
                  <a:cubicBezTo>
                    <a:pt x="1524064" y="190399"/>
                    <a:pt x="1332980" y="13"/>
                    <a:pt x="1097280" y="13"/>
                  </a:cubicBezTo>
                  <a:lnTo>
                    <a:pt x="10972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6914807" y="1118025"/>
            <a:ext cx="5143500" cy="9169403"/>
            <a:chOff x="0" y="0"/>
            <a:chExt cx="6858000" cy="12225871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559"/>
              <a:ext cx="6858000" cy="12224741"/>
            </a:xfrm>
            <a:custGeom>
              <a:avLst/>
              <a:gdLst/>
              <a:ahLst/>
              <a:cxnLst/>
              <a:rect r="r" b="b" t="t" l="l"/>
              <a:pathLst>
                <a:path h="12224741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12224741"/>
                  </a:lnTo>
                  <a:lnTo>
                    <a:pt x="0" y="12224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9"/>
              <a:stretch>
                <a:fillRect l="0" t="-4" r="0" b="-4"/>
              </a:stretch>
            </a:blip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12059069" y="1837039"/>
            <a:ext cx="6127747" cy="7918447"/>
            <a:chOff x="0" y="0"/>
            <a:chExt cx="8170329" cy="10557929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8170291" cy="10557891"/>
            </a:xfrm>
            <a:custGeom>
              <a:avLst/>
              <a:gdLst/>
              <a:ahLst/>
              <a:cxnLst/>
              <a:rect r="r" b="b" t="t" l="l"/>
              <a:pathLst>
                <a:path h="10557891" w="8170291">
                  <a:moveTo>
                    <a:pt x="0" y="0"/>
                  </a:moveTo>
                  <a:lnTo>
                    <a:pt x="8170291" y="0"/>
                  </a:lnTo>
                  <a:lnTo>
                    <a:pt x="8170291" y="10557891"/>
                  </a:lnTo>
                  <a:lnTo>
                    <a:pt x="0" y="10557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0"/>
              <a:stretch>
                <a:fillRect l="0" t="0" r="0" b="0"/>
              </a:stretch>
            </a:blipFill>
          </p:spPr>
        </p:sp>
      </p:grpSp>
      <p:sp>
        <p:nvSpPr>
          <p:cNvPr name="Freeform 197" id="197"/>
          <p:cNvSpPr/>
          <p:nvPr/>
        </p:nvSpPr>
        <p:spPr>
          <a:xfrm flipH="false" flipV="false" rot="0">
            <a:off x="8245612" y="92840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41">
              <a:extLst>
                <a:ext uri="{96DAC541-7B7A-43D3-8B79-37D633B846F1}">
                  <asvg:svgBlip xmlns:asvg="http://schemas.microsoft.com/office/drawing/2016/SVG/main" r:embed="rId2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8" id="198"/>
          <p:cNvSpPr/>
          <p:nvPr/>
        </p:nvSpPr>
        <p:spPr>
          <a:xfrm flipH="false" flipV="false" rot="0">
            <a:off x="8563870" y="92364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4" y="0"/>
                </a:lnTo>
                <a:lnTo>
                  <a:pt x="292104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43">
              <a:extLst>
                <a:ext uri="{96DAC541-7B7A-43D3-8B79-37D633B846F1}">
                  <asvg:svgBlip xmlns:asvg="http://schemas.microsoft.com/office/drawing/2016/SVG/main" r:embed="rId2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9" id="199"/>
          <p:cNvSpPr/>
          <p:nvPr/>
        </p:nvSpPr>
        <p:spPr>
          <a:xfrm flipH="false" flipV="false" rot="0">
            <a:off x="8876414" y="93793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45">
              <a:extLst>
                <a:ext uri="{96DAC541-7B7A-43D3-8B79-37D633B846F1}">
                  <asvg:svgBlip xmlns:asvg="http://schemas.microsoft.com/office/drawing/2016/SVG/main" r:embed="rId2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0" id="200"/>
          <p:cNvSpPr/>
          <p:nvPr/>
        </p:nvSpPr>
        <p:spPr>
          <a:xfrm flipH="false" flipV="false" rot="0">
            <a:off x="9196883" y="96174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47">
              <a:extLst>
                <a:ext uri="{96DAC541-7B7A-43D3-8B79-37D633B846F1}">
                  <asvg:svgBlip xmlns:asvg="http://schemas.microsoft.com/office/drawing/2016/SVG/main" r:embed="rId2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1" id="201"/>
          <p:cNvSpPr/>
          <p:nvPr/>
        </p:nvSpPr>
        <p:spPr>
          <a:xfrm flipH="false" flipV="false" rot="0">
            <a:off x="9516094" y="93945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49">
              <a:extLst>
                <a:ext uri="{96DAC541-7B7A-43D3-8B79-37D633B846F1}">
                  <asvg:svgBlip xmlns:asvg="http://schemas.microsoft.com/office/drawing/2016/SVG/main" r:embed="rId2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2" id="202"/>
          <p:cNvSpPr/>
          <p:nvPr/>
        </p:nvSpPr>
        <p:spPr>
          <a:xfrm flipH="false" flipV="false" rot="0">
            <a:off x="9843392" y="92678"/>
            <a:ext cx="279397" cy="292103"/>
          </a:xfrm>
          <a:custGeom>
            <a:avLst/>
            <a:gdLst/>
            <a:ahLst/>
            <a:cxnLst/>
            <a:rect r="r" b="b" t="t" l="l"/>
            <a:pathLst>
              <a:path h="292103" w="279397">
                <a:moveTo>
                  <a:pt x="0" y="0"/>
                </a:moveTo>
                <a:lnTo>
                  <a:pt x="279397" y="0"/>
                </a:lnTo>
                <a:lnTo>
                  <a:pt x="279397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51">
              <a:extLst>
                <a:ext uri="{96DAC541-7B7A-43D3-8B79-37D633B846F1}">
                  <asvg:svgBlip xmlns:asvg="http://schemas.microsoft.com/office/drawing/2016/SVG/main" r:embed="rId2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3" id="203"/>
          <p:cNvSpPr/>
          <p:nvPr/>
        </p:nvSpPr>
        <p:spPr>
          <a:xfrm flipH="false" flipV="false" rot="0">
            <a:off x="10142287" y="93316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253">
              <a:extLst>
                <a:ext uri="{96DAC541-7B7A-43D3-8B79-37D633B846F1}">
                  <asvg:svgBlip xmlns:asvg="http://schemas.microsoft.com/office/drawing/2016/SVG/main" r:embed="rId25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4" id="204"/>
          <p:cNvSpPr/>
          <p:nvPr/>
        </p:nvSpPr>
        <p:spPr>
          <a:xfrm flipH="false" flipV="false" rot="0">
            <a:off x="10464508" y="92516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255">
              <a:extLst>
                <a:ext uri="{96DAC541-7B7A-43D3-8B79-37D633B846F1}">
                  <asvg:svgBlip xmlns:asvg="http://schemas.microsoft.com/office/drawing/2016/SVG/main" r:embed="rId2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5" id="205"/>
          <p:cNvSpPr/>
          <p:nvPr/>
        </p:nvSpPr>
        <p:spPr>
          <a:xfrm flipH="false" flipV="false" rot="0">
            <a:off x="10784510" y="89183"/>
            <a:ext cx="298447" cy="298447"/>
          </a:xfrm>
          <a:custGeom>
            <a:avLst/>
            <a:gdLst/>
            <a:ahLst/>
            <a:cxnLst/>
            <a:rect r="r" b="b" t="t" l="l"/>
            <a:pathLst>
              <a:path h="298447" w="298447">
                <a:moveTo>
                  <a:pt x="0" y="0"/>
                </a:moveTo>
                <a:lnTo>
                  <a:pt x="298447" y="0"/>
                </a:lnTo>
                <a:lnTo>
                  <a:pt x="298447" y="298446"/>
                </a:lnTo>
                <a:lnTo>
                  <a:pt x="0" y="298446"/>
                </a:lnTo>
                <a:lnTo>
                  <a:pt x="0" y="0"/>
                </a:lnTo>
                <a:close/>
              </a:path>
            </a:pathLst>
          </a:custGeom>
          <a:blipFill>
            <a:blip r:embed="rId257">
              <a:extLst>
                <a:ext uri="{96DAC541-7B7A-43D3-8B79-37D633B846F1}">
                  <asvg:svgBlip xmlns:asvg="http://schemas.microsoft.com/office/drawing/2016/SVG/main" r:embed="rId25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6" id="206"/>
          <p:cNvGrpSpPr/>
          <p:nvPr/>
        </p:nvGrpSpPr>
        <p:grpSpPr>
          <a:xfrm rot="0">
            <a:off x="11215316" y="188090"/>
            <a:ext cx="63503" cy="114300"/>
            <a:chOff x="22432246" y="381930"/>
            <a:chExt cx="123774" cy="217081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5" y="-3"/>
              <a:ext cx="123774" cy="217081"/>
            </a:xfrm>
            <a:custGeom>
              <a:avLst/>
              <a:gdLst/>
              <a:ahLst/>
              <a:cxnLst/>
              <a:rect r="r" b="b" t="t" l="l"/>
              <a:pathLst>
                <a:path h="217081" w="123774">
                  <a:moveTo>
                    <a:pt x="13957" y="217082"/>
                  </a:moveTo>
                  <a:cubicBezTo>
                    <a:pt x="80607" y="193599"/>
                    <a:pt x="123774" y="141555"/>
                    <a:pt x="123774" y="73000"/>
                  </a:cubicBezTo>
                  <a:cubicBezTo>
                    <a:pt x="123774" y="28563"/>
                    <a:pt x="104724" y="0"/>
                    <a:pt x="69812" y="0"/>
                  </a:cubicBezTo>
                  <a:cubicBezTo>
                    <a:pt x="43789" y="0"/>
                    <a:pt x="21577" y="15875"/>
                    <a:pt x="21577" y="45708"/>
                  </a:cubicBezTo>
                  <a:cubicBezTo>
                    <a:pt x="21577" y="75540"/>
                    <a:pt x="43155" y="90767"/>
                    <a:pt x="69177" y="90767"/>
                  </a:cubicBezTo>
                  <a:cubicBezTo>
                    <a:pt x="72987" y="90767"/>
                    <a:pt x="76162" y="90767"/>
                    <a:pt x="79972" y="90132"/>
                  </a:cubicBezTo>
                  <a:cubicBezTo>
                    <a:pt x="76797" y="133300"/>
                    <a:pt x="48870" y="163132"/>
                    <a:pt x="0" y="183439"/>
                  </a:cubicBezTo>
                  <a:lnTo>
                    <a:pt x="13957" y="21708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8" id="208"/>
          <p:cNvSpPr/>
          <p:nvPr/>
        </p:nvSpPr>
        <p:spPr>
          <a:xfrm flipH="false" flipV="false" rot="0">
            <a:off x="11420065" y="91735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4" y="0"/>
                </a:lnTo>
                <a:lnTo>
                  <a:pt x="292104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59">
              <a:extLst>
                <a:ext uri="{96DAC541-7B7A-43D3-8B79-37D633B846F1}">
                  <asvg:svgBlip xmlns:asvg="http://schemas.microsoft.com/office/drawing/2016/SVG/main" r:embed="rId2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9" id="209"/>
          <p:cNvSpPr/>
          <p:nvPr/>
        </p:nvSpPr>
        <p:spPr>
          <a:xfrm flipH="false" flipV="false" rot="0">
            <a:off x="11728799" y="93316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261">
              <a:extLst>
                <a:ext uri="{96DAC541-7B7A-43D3-8B79-37D633B846F1}">
                  <asvg:svgBlip xmlns:asvg="http://schemas.microsoft.com/office/drawing/2016/SVG/main" r:embed="rId2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0" id="210"/>
          <p:cNvSpPr/>
          <p:nvPr/>
        </p:nvSpPr>
        <p:spPr>
          <a:xfrm flipH="false" flipV="false" rot="0">
            <a:off x="12051020" y="92516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263">
              <a:extLst>
                <a:ext uri="{96DAC541-7B7A-43D3-8B79-37D633B846F1}">
                  <asvg:svgBlip xmlns:asvg="http://schemas.microsoft.com/office/drawing/2016/SVG/main" r:embed="rId2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1" id="211"/>
          <p:cNvSpPr/>
          <p:nvPr/>
        </p:nvSpPr>
        <p:spPr>
          <a:xfrm flipH="false" flipV="false" rot="0">
            <a:off x="12371022" y="89183"/>
            <a:ext cx="298447" cy="298447"/>
          </a:xfrm>
          <a:custGeom>
            <a:avLst/>
            <a:gdLst/>
            <a:ahLst/>
            <a:cxnLst/>
            <a:rect r="r" b="b" t="t" l="l"/>
            <a:pathLst>
              <a:path h="298447" w="298447">
                <a:moveTo>
                  <a:pt x="0" y="0"/>
                </a:moveTo>
                <a:lnTo>
                  <a:pt x="298447" y="0"/>
                </a:lnTo>
                <a:lnTo>
                  <a:pt x="298447" y="298446"/>
                </a:lnTo>
                <a:lnTo>
                  <a:pt x="0" y="298446"/>
                </a:lnTo>
                <a:lnTo>
                  <a:pt x="0" y="0"/>
                </a:lnTo>
                <a:close/>
              </a:path>
            </a:pathLst>
          </a:custGeom>
          <a:blipFill>
            <a:blip r:embed="rId265">
              <a:extLst>
                <a:ext uri="{96DAC541-7B7A-43D3-8B79-37D633B846F1}">
                  <asvg:svgBlip xmlns:asvg="http://schemas.microsoft.com/office/drawing/2016/SVG/main" r:embed="rId26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2" id="212"/>
          <p:cNvSpPr/>
          <p:nvPr/>
        </p:nvSpPr>
        <p:spPr>
          <a:xfrm flipH="false" flipV="false" rot="0">
            <a:off x="12681814" y="92840"/>
            <a:ext cx="304800" cy="292103"/>
          </a:xfrm>
          <a:custGeom>
            <a:avLst/>
            <a:gdLst/>
            <a:ahLst/>
            <a:cxnLst/>
            <a:rect r="r" b="b" t="t" l="l"/>
            <a:pathLst>
              <a:path h="292103" w="304800">
                <a:moveTo>
                  <a:pt x="0" y="0"/>
                </a:moveTo>
                <a:lnTo>
                  <a:pt x="304800" y="0"/>
                </a:lnTo>
                <a:lnTo>
                  <a:pt x="304800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67">
              <a:extLst>
                <a:ext uri="{96DAC541-7B7A-43D3-8B79-37D633B846F1}">
                  <asvg:svgBlip xmlns:asvg="http://schemas.microsoft.com/office/drawing/2016/SVG/main" r:embed="rId26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3" id="213"/>
          <p:cNvSpPr/>
          <p:nvPr/>
        </p:nvSpPr>
        <p:spPr>
          <a:xfrm flipH="false" flipV="false" rot="0">
            <a:off x="13003720" y="114110"/>
            <a:ext cx="273053" cy="273053"/>
          </a:xfrm>
          <a:custGeom>
            <a:avLst/>
            <a:gdLst/>
            <a:ahLst/>
            <a:cxnLst/>
            <a:rect r="r" b="b" t="t" l="l"/>
            <a:pathLst>
              <a:path h="273053" w="273053">
                <a:moveTo>
                  <a:pt x="0" y="0"/>
                </a:moveTo>
                <a:lnTo>
                  <a:pt x="273054" y="0"/>
                </a:lnTo>
                <a:lnTo>
                  <a:pt x="273054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>
            <a:blip r:embed="rId269">
              <a:extLst>
                <a:ext uri="{96DAC541-7B7A-43D3-8B79-37D633B846F1}">
                  <asvg:svgBlip xmlns:asvg="http://schemas.microsoft.com/office/drawing/2016/SVG/main" r:embed="rId27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4" id="214"/>
          <p:cNvSpPr/>
          <p:nvPr/>
        </p:nvSpPr>
        <p:spPr>
          <a:xfrm flipH="false" flipV="false" rot="0">
            <a:off x="13321503" y="92364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71">
              <a:extLst>
                <a:ext uri="{96DAC541-7B7A-43D3-8B79-37D633B846F1}">
                  <asvg:svgBlip xmlns:asvg="http://schemas.microsoft.com/office/drawing/2016/SVG/main" r:embed="rId27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5" id="215"/>
          <p:cNvSpPr/>
          <p:nvPr/>
        </p:nvSpPr>
        <p:spPr>
          <a:xfrm flipH="false" flipV="false" rot="0">
            <a:off x="13640857" y="88868"/>
            <a:ext cx="292103" cy="298447"/>
          </a:xfrm>
          <a:custGeom>
            <a:avLst/>
            <a:gdLst/>
            <a:ahLst/>
            <a:cxnLst/>
            <a:rect r="r" b="b" t="t" l="l"/>
            <a:pathLst>
              <a:path h="298447" w="292103">
                <a:moveTo>
                  <a:pt x="0" y="0"/>
                </a:moveTo>
                <a:lnTo>
                  <a:pt x="292103" y="0"/>
                </a:lnTo>
                <a:lnTo>
                  <a:pt x="292103" y="298447"/>
                </a:lnTo>
                <a:lnTo>
                  <a:pt x="0" y="298447"/>
                </a:lnTo>
                <a:lnTo>
                  <a:pt x="0" y="0"/>
                </a:lnTo>
                <a:close/>
              </a:path>
            </a:pathLst>
          </a:custGeom>
          <a:blipFill>
            <a:blip r:embed="rId273">
              <a:extLst>
                <a:ext uri="{96DAC541-7B7A-43D3-8B79-37D633B846F1}">
                  <asvg:svgBlip xmlns:asvg="http://schemas.microsoft.com/office/drawing/2016/SVG/main" r:embed="rId27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15133406" y="188090"/>
            <a:ext cx="63503" cy="114300"/>
            <a:chOff x="30268418" y="381930"/>
            <a:chExt cx="123774" cy="217081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1" y="-3"/>
              <a:ext cx="123772" cy="217081"/>
            </a:xfrm>
            <a:custGeom>
              <a:avLst/>
              <a:gdLst/>
              <a:ahLst/>
              <a:cxnLst/>
              <a:rect r="r" b="b" t="t" l="l"/>
              <a:pathLst>
                <a:path h="217081" w="123772">
                  <a:moveTo>
                    <a:pt x="13968" y="217082"/>
                  </a:moveTo>
                  <a:cubicBezTo>
                    <a:pt x="80618" y="193599"/>
                    <a:pt x="123772" y="141555"/>
                    <a:pt x="123772" y="73000"/>
                  </a:cubicBezTo>
                  <a:cubicBezTo>
                    <a:pt x="123772" y="28563"/>
                    <a:pt x="104747" y="0"/>
                    <a:pt x="69822" y="0"/>
                  </a:cubicBezTo>
                  <a:cubicBezTo>
                    <a:pt x="43814" y="0"/>
                    <a:pt x="21589" y="15875"/>
                    <a:pt x="21589" y="45708"/>
                  </a:cubicBezTo>
                  <a:cubicBezTo>
                    <a:pt x="21589" y="75540"/>
                    <a:pt x="43179" y="90767"/>
                    <a:pt x="69190" y="90767"/>
                  </a:cubicBezTo>
                  <a:cubicBezTo>
                    <a:pt x="72997" y="90767"/>
                    <a:pt x="76172" y="90767"/>
                    <a:pt x="79983" y="90132"/>
                  </a:cubicBezTo>
                  <a:cubicBezTo>
                    <a:pt x="76808" y="133300"/>
                    <a:pt x="48893" y="163132"/>
                    <a:pt x="0" y="183439"/>
                  </a:cubicBezTo>
                  <a:lnTo>
                    <a:pt x="13968" y="21708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8250850" y="528923"/>
            <a:ext cx="285750" cy="285750"/>
            <a:chOff x="16505629" y="1063996"/>
            <a:chExt cx="563651" cy="55920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3" y="-3"/>
              <a:ext cx="563651" cy="559219"/>
            </a:xfrm>
            <a:custGeom>
              <a:avLst/>
              <a:gdLst/>
              <a:ahLst/>
              <a:cxnLst/>
              <a:rect r="r" b="b" t="t" l="l"/>
              <a:pathLst>
                <a:path h="559219" w="563651">
                  <a:moveTo>
                    <a:pt x="306578" y="513512"/>
                  </a:moveTo>
                  <a:lnTo>
                    <a:pt x="306578" y="352286"/>
                  </a:lnTo>
                  <a:lnTo>
                    <a:pt x="510336" y="352286"/>
                  </a:lnTo>
                  <a:lnTo>
                    <a:pt x="510336" y="306591"/>
                  </a:lnTo>
                  <a:lnTo>
                    <a:pt x="306578" y="306591"/>
                  </a:lnTo>
                  <a:lnTo>
                    <a:pt x="306578" y="168212"/>
                  </a:lnTo>
                  <a:lnTo>
                    <a:pt x="533818" y="168212"/>
                  </a:lnTo>
                  <a:lnTo>
                    <a:pt x="533818" y="121870"/>
                  </a:lnTo>
                  <a:lnTo>
                    <a:pt x="306578" y="121870"/>
                  </a:lnTo>
                  <a:lnTo>
                    <a:pt x="306578" y="0"/>
                  </a:lnTo>
                  <a:lnTo>
                    <a:pt x="258344" y="0"/>
                  </a:lnTo>
                  <a:lnTo>
                    <a:pt x="258344" y="121870"/>
                  </a:lnTo>
                  <a:lnTo>
                    <a:pt x="129489" y="121870"/>
                  </a:lnTo>
                  <a:cubicBezTo>
                    <a:pt x="143447" y="89497"/>
                    <a:pt x="154875" y="55233"/>
                    <a:pt x="165036" y="20320"/>
                  </a:cubicBezTo>
                  <a:lnTo>
                    <a:pt x="117423" y="10160"/>
                  </a:lnTo>
                  <a:cubicBezTo>
                    <a:pt x="92671" y="100292"/>
                    <a:pt x="52045" y="187884"/>
                    <a:pt x="0" y="243752"/>
                  </a:cubicBezTo>
                  <a:cubicBezTo>
                    <a:pt x="12687" y="250089"/>
                    <a:pt x="33643" y="264059"/>
                    <a:pt x="42532" y="271679"/>
                  </a:cubicBezTo>
                  <a:cubicBezTo>
                    <a:pt x="66650" y="243117"/>
                    <a:pt x="88861" y="208204"/>
                    <a:pt x="109168" y="168212"/>
                  </a:cubicBezTo>
                  <a:lnTo>
                    <a:pt x="258344" y="168212"/>
                  </a:lnTo>
                  <a:lnTo>
                    <a:pt x="258344" y="306591"/>
                  </a:lnTo>
                  <a:lnTo>
                    <a:pt x="69825" y="306591"/>
                  </a:lnTo>
                  <a:lnTo>
                    <a:pt x="69825" y="352286"/>
                  </a:lnTo>
                  <a:lnTo>
                    <a:pt x="258344" y="352286"/>
                  </a:lnTo>
                  <a:lnTo>
                    <a:pt x="258344" y="513512"/>
                  </a:lnTo>
                  <a:lnTo>
                    <a:pt x="1269" y="513512"/>
                  </a:lnTo>
                  <a:lnTo>
                    <a:pt x="1269" y="559219"/>
                  </a:lnTo>
                  <a:lnTo>
                    <a:pt x="563650" y="559219"/>
                  </a:lnTo>
                  <a:lnTo>
                    <a:pt x="563650" y="513512"/>
                  </a:lnTo>
                  <a:lnTo>
                    <a:pt x="306578" y="51351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20" id="220"/>
          <p:cNvSpPr/>
          <p:nvPr/>
        </p:nvSpPr>
        <p:spPr>
          <a:xfrm flipH="false" flipV="false" rot="0">
            <a:off x="8564185" y="532095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75">
              <a:extLst>
                <a:ext uri="{96DAC541-7B7A-43D3-8B79-37D633B846F1}">
                  <asvg:svgBlip xmlns:asvg="http://schemas.microsoft.com/office/drawing/2016/SVG/main" r:embed="rId27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1" id="221"/>
          <p:cNvSpPr/>
          <p:nvPr/>
        </p:nvSpPr>
        <p:spPr>
          <a:xfrm flipH="false" flipV="false" rot="0">
            <a:off x="8881491" y="529609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77">
              <a:extLst>
                <a:ext uri="{96DAC541-7B7A-43D3-8B79-37D633B846F1}">
                  <asvg:svgBlip xmlns:asvg="http://schemas.microsoft.com/office/drawing/2016/SVG/main" r:embed="rId27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2" id="222"/>
          <p:cNvSpPr/>
          <p:nvPr/>
        </p:nvSpPr>
        <p:spPr>
          <a:xfrm flipH="false" flipV="false" rot="0">
            <a:off x="9198159" y="53321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79">
              <a:extLst>
                <a:ext uri="{96DAC541-7B7A-43D3-8B79-37D633B846F1}">
                  <asvg:svgBlip xmlns:asvg="http://schemas.microsoft.com/office/drawing/2016/SVG/main" r:embed="rId28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3" id="223"/>
          <p:cNvSpPr/>
          <p:nvPr/>
        </p:nvSpPr>
        <p:spPr>
          <a:xfrm flipH="false" flipV="false" rot="0">
            <a:off x="9515932" y="528609"/>
            <a:ext cx="292103" cy="298447"/>
          </a:xfrm>
          <a:custGeom>
            <a:avLst/>
            <a:gdLst/>
            <a:ahLst/>
            <a:cxnLst/>
            <a:rect r="r" b="b" t="t" l="l"/>
            <a:pathLst>
              <a:path h="298447" w="292103">
                <a:moveTo>
                  <a:pt x="0" y="0"/>
                </a:moveTo>
                <a:lnTo>
                  <a:pt x="292103" y="0"/>
                </a:lnTo>
                <a:lnTo>
                  <a:pt x="292103" y="298447"/>
                </a:lnTo>
                <a:lnTo>
                  <a:pt x="0" y="298447"/>
                </a:lnTo>
                <a:lnTo>
                  <a:pt x="0" y="0"/>
                </a:lnTo>
                <a:close/>
              </a:path>
            </a:pathLst>
          </a:custGeom>
          <a:blipFill>
            <a:blip r:embed="rId281">
              <a:extLst>
                <a:ext uri="{96DAC541-7B7A-43D3-8B79-37D633B846F1}">
                  <asvg:svgBlip xmlns:asvg="http://schemas.microsoft.com/office/drawing/2016/SVG/main" r:embed="rId28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4" id="224"/>
          <p:cNvSpPr/>
          <p:nvPr/>
        </p:nvSpPr>
        <p:spPr>
          <a:xfrm flipH="false" flipV="false" rot="0">
            <a:off x="9845773" y="531466"/>
            <a:ext cx="279397" cy="292103"/>
          </a:xfrm>
          <a:custGeom>
            <a:avLst/>
            <a:gdLst/>
            <a:ahLst/>
            <a:cxnLst/>
            <a:rect r="r" b="b" t="t" l="l"/>
            <a:pathLst>
              <a:path h="292103" w="279397">
                <a:moveTo>
                  <a:pt x="0" y="0"/>
                </a:moveTo>
                <a:lnTo>
                  <a:pt x="279397" y="0"/>
                </a:lnTo>
                <a:lnTo>
                  <a:pt x="279397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283">
              <a:extLst>
                <a:ext uri="{96DAC541-7B7A-43D3-8B79-37D633B846F1}">
                  <asvg:svgBlip xmlns:asvg="http://schemas.microsoft.com/office/drawing/2016/SVG/main" r:embed="rId28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5" id="225"/>
          <p:cNvSpPr/>
          <p:nvPr/>
        </p:nvSpPr>
        <p:spPr>
          <a:xfrm flipH="false" flipV="false" rot="0">
            <a:off x="10166252" y="530390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85">
              <a:extLst>
                <a:ext uri="{96DAC541-7B7A-43D3-8B79-37D633B846F1}">
                  <asvg:svgBlip xmlns:asvg="http://schemas.microsoft.com/office/drawing/2016/SVG/main" r:embed="rId28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6" id="226"/>
          <p:cNvSpPr/>
          <p:nvPr/>
        </p:nvSpPr>
        <p:spPr>
          <a:xfrm flipH="false" flipV="false" rot="0">
            <a:off x="10463555" y="530828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87">
              <a:extLst>
                <a:ext uri="{96DAC541-7B7A-43D3-8B79-37D633B846F1}">
                  <asvg:svgBlip xmlns:asvg="http://schemas.microsoft.com/office/drawing/2016/SVG/main" r:embed="rId28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7" id="227"/>
          <p:cNvSpPr/>
          <p:nvPr/>
        </p:nvSpPr>
        <p:spPr>
          <a:xfrm flipH="false" flipV="false" rot="0">
            <a:off x="10781967" y="532895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6" y="0"/>
                </a:lnTo>
                <a:lnTo>
                  <a:pt x="298446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89">
              <a:extLst>
                <a:ext uri="{96DAC541-7B7A-43D3-8B79-37D633B846F1}">
                  <asvg:svgBlip xmlns:asvg="http://schemas.microsoft.com/office/drawing/2016/SVG/main" r:embed="rId29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8" id="228"/>
          <p:cNvGrpSpPr/>
          <p:nvPr/>
        </p:nvGrpSpPr>
        <p:grpSpPr>
          <a:xfrm rot="0">
            <a:off x="11215316" y="626240"/>
            <a:ext cx="63503" cy="114300"/>
            <a:chOff x="22432246" y="1258230"/>
            <a:chExt cx="123774" cy="217081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5" y="-3"/>
              <a:ext cx="123774" cy="217081"/>
            </a:xfrm>
            <a:custGeom>
              <a:avLst/>
              <a:gdLst/>
              <a:ahLst/>
              <a:cxnLst/>
              <a:rect r="r" b="b" t="t" l="l"/>
              <a:pathLst>
                <a:path h="217081" w="123774">
                  <a:moveTo>
                    <a:pt x="13957" y="217082"/>
                  </a:moveTo>
                  <a:cubicBezTo>
                    <a:pt x="80607" y="193599"/>
                    <a:pt x="123774" y="141555"/>
                    <a:pt x="123774" y="73000"/>
                  </a:cubicBezTo>
                  <a:cubicBezTo>
                    <a:pt x="123774" y="28563"/>
                    <a:pt x="104724" y="0"/>
                    <a:pt x="69812" y="0"/>
                  </a:cubicBezTo>
                  <a:cubicBezTo>
                    <a:pt x="43789" y="0"/>
                    <a:pt x="21577" y="15875"/>
                    <a:pt x="21577" y="45708"/>
                  </a:cubicBezTo>
                  <a:cubicBezTo>
                    <a:pt x="21577" y="75540"/>
                    <a:pt x="43155" y="90767"/>
                    <a:pt x="69177" y="90767"/>
                  </a:cubicBezTo>
                  <a:cubicBezTo>
                    <a:pt x="72987" y="90767"/>
                    <a:pt x="76162" y="90767"/>
                    <a:pt x="79972" y="90132"/>
                  </a:cubicBezTo>
                  <a:cubicBezTo>
                    <a:pt x="76797" y="133300"/>
                    <a:pt x="48870" y="163132"/>
                    <a:pt x="0" y="183439"/>
                  </a:cubicBezTo>
                  <a:lnTo>
                    <a:pt x="13957" y="217082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30" id="230"/>
          <p:cNvSpPr/>
          <p:nvPr/>
        </p:nvSpPr>
        <p:spPr>
          <a:xfrm flipH="false" flipV="false" rot="0">
            <a:off x="11420065" y="530038"/>
            <a:ext cx="292103" cy="285750"/>
          </a:xfrm>
          <a:custGeom>
            <a:avLst/>
            <a:gdLst/>
            <a:ahLst/>
            <a:cxnLst/>
            <a:rect r="r" b="b" t="t" l="l"/>
            <a:pathLst>
              <a:path h="285750" w="292103">
                <a:moveTo>
                  <a:pt x="0" y="0"/>
                </a:moveTo>
                <a:lnTo>
                  <a:pt x="292104" y="0"/>
                </a:lnTo>
                <a:lnTo>
                  <a:pt x="292104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91">
              <a:extLst>
                <a:ext uri="{96DAC541-7B7A-43D3-8B79-37D633B846F1}">
                  <asvg:svgBlip xmlns:asvg="http://schemas.microsoft.com/office/drawing/2016/SVG/main" r:embed="rId29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1" id="231"/>
          <p:cNvSpPr/>
          <p:nvPr/>
        </p:nvSpPr>
        <p:spPr>
          <a:xfrm flipH="false" flipV="false" rot="0">
            <a:off x="11735619" y="530038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93">
              <a:extLst>
                <a:ext uri="{96DAC541-7B7A-43D3-8B79-37D633B846F1}">
                  <asvg:svgBlip xmlns:asvg="http://schemas.microsoft.com/office/drawing/2016/SVG/main" r:embed="rId29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2" id="232"/>
          <p:cNvSpPr/>
          <p:nvPr/>
        </p:nvSpPr>
        <p:spPr>
          <a:xfrm flipH="false" flipV="false" rot="0">
            <a:off x="12054507" y="532095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3" y="0"/>
                </a:lnTo>
                <a:lnTo>
                  <a:pt x="292103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295">
              <a:extLst>
                <a:ext uri="{96DAC541-7B7A-43D3-8B79-37D633B846F1}">
                  <asvg:svgBlip xmlns:asvg="http://schemas.microsoft.com/office/drawing/2016/SVG/main" r:embed="rId29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3" id="233"/>
          <p:cNvSpPr/>
          <p:nvPr/>
        </p:nvSpPr>
        <p:spPr>
          <a:xfrm flipH="false" flipV="false" rot="0">
            <a:off x="12372604" y="526380"/>
            <a:ext cx="292103" cy="298447"/>
          </a:xfrm>
          <a:custGeom>
            <a:avLst/>
            <a:gdLst/>
            <a:ahLst/>
            <a:cxnLst/>
            <a:rect r="r" b="b" t="t" l="l"/>
            <a:pathLst>
              <a:path h="298447" w="292103">
                <a:moveTo>
                  <a:pt x="0" y="0"/>
                </a:moveTo>
                <a:lnTo>
                  <a:pt x="292103" y="0"/>
                </a:lnTo>
                <a:lnTo>
                  <a:pt x="292103" y="298447"/>
                </a:lnTo>
                <a:lnTo>
                  <a:pt x="0" y="298447"/>
                </a:lnTo>
                <a:lnTo>
                  <a:pt x="0" y="0"/>
                </a:lnTo>
                <a:close/>
              </a:path>
            </a:pathLst>
          </a:custGeom>
          <a:blipFill>
            <a:blip r:embed="rId297">
              <a:extLst>
                <a:ext uri="{96DAC541-7B7A-43D3-8B79-37D633B846F1}">
                  <asvg:svgBlip xmlns:asvg="http://schemas.microsoft.com/office/drawing/2016/SVG/main" r:embed="rId29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4" id="234"/>
          <p:cNvSpPr/>
          <p:nvPr/>
        </p:nvSpPr>
        <p:spPr>
          <a:xfrm flipH="false" flipV="false" rot="0">
            <a:off x="12689910" y="529561"/>
            <a:ext cx="292103" cy="285750"/>
          </a:xfrm>
          <a:custGeom>
            <a:avLst/>
            <a:gdLst/>
            <a:ahLst/>
            <a:cxnLst/>
            <a:rect r="r" b="b" t="t" l="l"/>
            <a:pathLst>
              <a:path h="285750" w="292103">
                <a:moveTo>
                  <a:pt x="0" y="0"/>
                </a:moveTo>
                <a:lnTo>
                  <a:pt x="292103" y="0"/>
                </a:lnTo>
                <a:lnTo>
                  <a:pt x="29210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99">
              <a:extLst>
                <a:ext uri="{96DAC541-7B7A-43D3-8B79-37D633B846F1}">
                  <asvg:svgBlip xmlns:asvg="http://schemas.microsoft.com/office/drawing/2016/SVG/main" r:embed="rId30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5" id="235"/>
          <p:cNvSpPr/>
          <p:nvPr/>
        </p:nvSpPr>
        <p:spPr>
          <a:xfrm flipH="false" flipV="false" rot="0">
            <a:off x="13021980" y="530390"/>
            <a:ext cx="266700" cy="285750"/>
          </a:xfrm>
          <a:custGeom>
            <a:avLst/>
            <a:gdLst/>
            <a:ahLst/>
            <a:cxnLst/>
            <a:rect r="r" b="b" t="t" l="l"/>
            <a:pathLst>
              <a:path h="285750" w="266700">
                <a:moveTo>
                  <a:pt x="0" y="0"/>
                </a:moveTo>
                <a:lnTo>
                  <a:pt x="266700" y="0"/>
                </a:lnTo>
                <a:lnTo>
                  <a:pt x="26670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01">
              <a:extLst>
                <a:ext uri="{96DAC541-7B7A-43D3-8B79-37D633B846F1}">
                  <asvg:svgBlip xmlns:asvg="http://schemas.microsoft.com/office/drawing/2016/SVG/main" r:embed="rId30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6" id="236"/>
          <p:cNvSpPr/>
          <p:nvPr/>
        </p:nvSpPr>
        <p:spPr>
          <a:xfrm flipH="false" flipV="false" rot="0">
            <a:off x="13322456" y="529876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6" y="0"/>
                </a:lnTo>
                <a:lnTo>
                  <a:pt x="298446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303">
              <a:extLst>
                <a:ext uri="{96DAC541-7B7A-43D3-8B79-37D633B846F1}">
                  <asvg:svgBlip xmlns:asvg="http://schemas.microsoft.com/office/drawing/2016/SVG/main" r:embed="rId30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7" id="237"/>
          <p:cNvSpPr/>
          <p:nvPr/>
        </p:nvSpPr>
        <p:spPr>
          <a:xfrm flipH="false" flipV="false" rot="0">
            <a:off x="13642610" y="528609"/>
            <a:ext cx="292103" cy="298447"/>
          </a:xfrm>
          <a:custGeom>
            <a:avLst/>
            <a:gdLst/>
            <a:ahLst/>
            <a:cxnLst/>
            <a:rect r="r" b="b" t="t" l="l"/>
            <a:pathLst>
              <a:path h="298447" w="292103">
                <a:moveTo>
                  <a:pt x="0" y="0"/>
                </a:moveTo>
                <a:lnTo>
                  <a:pt x="292103" y="0"/>
                </a:lnTo>
                <a:lnTo>
                  <a:pt x="292103" y="298447"/>
                </a:lnTo>
                <a:lnTo>
                  <a:pt x="0" y="298447"/>
                </a:lnTo>
                <a:lnTo>
                  <a:pt x="0" y="0"/>
                </a:lnTo>
                <a:close/>
              </a:path>
            </a:pathLst>
          </a:custGeom>
          <a:blipFill>
            <a:blip r:embed="rId305">
              <a:extLst>
                <a:ext uri="{96DAC541-7B7A-43D3-8B79-37D633B846F1}">
                  <asvg:svgBlip xmlns:asvg="http://schemas.microsoft.com/office/drawing/2016/SVG/main" r:embed="rId30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8" id="238"/>
          <p:cNvSpPr/>
          <p:nvPr/>
        </p:nvSpPr>
        <p:spPr>
          <a:xfrm flipH="false" flipV="false" rot="0">
            <a:off x="13959430" y="528609"/>
            <a:ext cx="292103" cy="292103"/>
          </a:xfrm>
          <a:custGeom>
            <a:avLst/>
            <a:gdLst/>
            <a:ahLst/>
            <a:cxnLst/>
            <a:rect r="r" b="b" t="t" l="l"/>
            <a:pathLst>
              <a:path h="292103" w="292103">
                <a:moveTo>
                  <a:pt x="0" y="0"/>
                </a:moveTo>
                <a:lnTo>
                  <a:pt x="292104" y="0"/>
                </a:lnTo>
                <a:lnTo>
                  <a:pt x="292104" y="292103"/>
                </a:lnTo>
                <a:lnTo>
                  <a:pt x="0" y="292103"/>
                </a:lnTo>
                <a:lnTo>
                  <a:pt x="0" y="0"/>
                </a:lnTo>
                <a:close/>
              </a:path>
            </a:pathLst>
          </a:custGeom>
          <a:blipFill>
            <a:blip r:embed="rId307">
              <a:extLst>
                <a:ext uri="{96DAC541-7B7A-43D3-8B79-37D633B846F1}">
                  <asvg:svgBlip xmlns:asvg="http://schemas.microsoft.com/office/drawing/2016/SVG/main" r:embed="rId30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9" id="239"/>
          <p:cNvSpPr/>
          <p:nvPr/>
        </p:nvSpPr>
        <p:spPr>
          <a:xfrm flipH="false" flipV="false" rot="0">
            <a:off x="14272450" y="530704"/>
            <a:ext cx="298447" cy="292103"/>
          </a:xfrm>
          <a:custGeom>
            <a:avLst/>
            <a:gdLst/>
            <a:ahLst/>
            <a:cxnLst/>
            <a:rect r="r" b="b" t="t" l="l"/>
            <a:pathLst>
              <a:path h="292103" w="298447">
                <a:moveTo>
                  <a:pt x="0" y="0"/>
                </a:moveTo>
                <a:lnTo>
                  <a:pt x="298447" y="0"/>
                </a:lnTo>
                <a:lnTo>
                  <a:pt x="298447" y="292104"/>
                </a:lnTo>
                <a:lnTo>
                  <a:pt x="0" y="292104"/>
                </a:lnTo>
                <a:lnTo>
                  <a:pt x="0" y="0"/>
                </a:lnTo>
                <a:close/>
              </a:path>
            </a:pathLst>
          </a:custGeom>
          <a:blipFill>
            <a:blip r:embed="rId309">
              <a:extLst>
                <a:ext uri="{96DAC541-7B7A-43D3-8B79-37D633B846F1}">
                  <asvg:svgBlip xmlns:asvg="http://schemas.microsoft.com/office/drawing/2016/SVG/main" r:embed="rId3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0" id="240"/>
          <p:cNvSpPr/>
          <p:nvPr/>
        </p:nvSpPr>
        <p:spPr>
          <a:xfrm flipH="false" flipV="false" rot="0">
            <a:off x="14593719" y="529561"/>
            <a:ext cx="292103" cy="285750"/>
          </a:xfrm>
          <a:custGeom>
            <a:avLst/>
            <a:gdLst/>
            <a:ahLst/>
            <a:cxnLst/>
            <a:rect r="r" b="b" t="t" l="l"/>
            <a:pathLst>
              <a:path h="285750" w="292103">
                <a:moveTo>
                  <a:pt x="0" y="0"/>
                </a:moveTo>
                <a:lnTo>
                  <a:pt x="292103" y="0"/>
                </a:lnTo>
                <a:lnTo>
                  <a:pt x="29210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311">
              <a:extLst>
                <a:ext uri="{96DAC541-7B7A-43D3-8B79-37D633B846F1}">
                  <asvg:svgBlip xmlns:asvg="http://schemas.microsoft.com/office/drawing/2016/SVG/main" r:embed="rId3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1" id="241"/>
          <p:cNvSpPr/>
          <p:nvPr/>
        </p:nvSpPr>
        <p:spPr>
          <a:xfrm flipH="false" flipV="false" rot="0">
            <a:off x="14907854" y="545430"/>
            <a:ext cx="298447" cy="266700"/>
          </a:xfrm>
          <a:custGeom>
            <a:avLst/>
            <a:gdLst/>
            <a:ahLst/>
            <a:cxnLst/>
            <a:rect r="r" b="b" t="t" l="l"/>
            <a:pathLst>
              <a:path h="266700" w="298447">
                <a:moveTo>
                  <a:pt x="0" y="0"/>
                </a:moveTo>
                <a:lnTo>
                  <a:pt x="298447" y="0"/>
                </a:lnTo>
                <a:lnTo>
                  <a:pt x="298447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blipFill>
            <a:blip r:embed="rId313">
              <a:extLs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2" id="242"/>
          <p:cNvGrpSpPr/>
          <p:nvPr/>
        </p:nvGrpSpPr>
        <p:grpSpPr>
          <a:xfrm rot="0">
            <a:off x="236020" y="1528315"/>
            <a:ext cx="762000" cy="984247"/>
            <a:chOff x="473453" y="3058475"/>
            <a:chExt cx="1521193" cy="1964804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3" y="2"/>
              <a:ext cx="1521184" cy="1964804"/>
            </a:xfrm>
            <a:custGeom>
              <a:avLst/>
              <a:gdLst/>
              <a:ahLst/>
              <a:cxnLst/>
              <a:rect r="r" b="b" t="t" l="l"/>
              <a:pathLst>
                <a:path h="1964804" w="1521184">
                  <a:moveTo>
                    <a:pt x="1521184" y="0"/>
                  </a:moveTo>
                  <a:lnTo>
                    <a:pt x="1521184" y="1964804"/>
                  </a:lnTo>
                  <a:lnTo>
                    <a:pt x="0" y="1964804"/>
                  </a:lnTo>
                  <a:lnTo>
                    <a:pt x="0" y="0"/>
                  </a:lnTo>
                  <a:lnTo>
                    <a:pt x="1521184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235334" y="3060506"/>
            <a:ext cx="736597" cy="920753"/>
            <a:chOff x="473453" y="6126944"/>
            <a:chExt cx="1467612" cy="1829651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3" y="6"/>
              <a:ext cx="1467609" cy="1829638"/>
            </a:xfrm>
            <a:custGeom>
              <a:avLst/>
              <a:gdLst/>
              <a:ahLst/>
              <a:cxnLst/>
              <a:rect r="r" b="b" t="t" l="l"/>
              <a:pathLst>
                <a:path h="1829638" w="1467609">
                  <a:moveTo>
                    <a:pt x="1467609" y="0"/>
                  </a:moveTo>
                  <a:lnTo>
                    <a:pt x="1467609" y="1829638"/>
                  </a:lnTo>
                  <a:lnTo>
                    <a:pt x="0" y="1829638"/>
                  </a:lnTo>
                  <a:lnTo>
                    <a:pt x="0" y="0"/>
                  </a:lnTo>
                  <a:lnTo>
                    <a:pt x="146760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234525" y="3279581"/>
            <a:ext cx="482603" cy="482603"/>
            <a:chOff x="473453" y="6563575"/>
            <a:chExt cx="956386" cy="95638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3" y="1"/>
              <a:ext cx="956387" cy="956386"/>
            </a:xfrm>
            <a:custGeom>
              <a:avLst/>
              <a:gdLst/>
              <a:ahLst/>
              <a:cxnLst/>
              <a:rect r="r" b="b" t="t" l="l"/>
              <a:pathLst>
                <a:path h="956386" w="956387">
                  <a:moveTo>
                    <a:pt x="956387" y="0"/>
                  </a:moveTo>
                  <a:lnTo>
                    <a:pt x="956387" y="956386"/>
                  </a:lnTo>
                  <a:lnTo>
                    <a:pt x="0" y="956386"/>
                  </a:lnTo>
                  <a:lnTo>
                    <a:pt x="0" y="0"/>
                  </a:lnTo>
                  <a:lnTo>
                    <a:pt x="95638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48" id="248"/>
          <p:cNvGrpSpPr/>
          <p:nvPr/>
        </p:nvGrpSpPr>
        <p:grpSpPr>
          <a:xfrm rot="0">
            <a:off x="-2048" y="4839367"/>
            <a:ext cx="977903" cy="984247"/>
            <a:chOff x="0" y="9678788"/>
            <a:chExt cx="1947621" cy="1968373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-3"/>
              <a:ext cx="1947620" cy="1968385"/>
            </a:xfrm>
            <a:custGeom>
              <a:avLst/>
              <a:gdLst/>
              <a:ahLst/>
              <a:cxnLst/>
              <a:rect r="r" b="b" t="t" l="l"/>
              <a:pathLst>
                <a:path h="1968385" w="1947620">
                  <a:moveTo>
                    <a:pt x="1947620" y="0"/>
                  </a:moveTo>
                  <a:lnTo>
                    <a:pt x="1947620" y="1968385"/>
                  </a:lnTo>
                  <a:lnTo>
                    <a:pt x="0" y="1968385"/>
                  </a:lnTo>
                  <a:lnTo>
                    <a:pt x="0" y="0"/>
                  </a:lnTo>
                  <a:lnTo>
                    <a:pt x="194762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4621692" y="6176982"/>
            <a:ext cx="482603" cy="482603"/>
            <a:chOff x="9247789" y="12358369"/>
            <a:chExt cx="956386" cy="956386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-5" y="1"/>
              <a:ext cx="956387" cy="956387"/>
            </a:xfrm>
            <a:custGeom>
              <a:avLst/>
              <a:gdLst/>
              <a:ahLst/>
              <a:cxnLst/>
              <a:rect r="r" b="b" t="t" l="l"/>
              <a:pathLst>
                <a:path h="956387" w="956387">
                  <a:moveTo>
                    <a:pt x="956386" y="0"/>
                  </a:moveTo>
                  <a:lnTo>
                    <a:pt x="956386" y="956387"/>
                  </a:lnTo>
                  <a:lnTo>
                    <a:pt x="0" y="956387"/>
                  </a:lnTo>
                  <a:lnTo>
                    <a:pt x="0" y="0"/>
                  </a:lnTo>
                  <a:lnTo>
                    <a:pt x="95638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2" id="252"/>
          <p:cNvGrpSpPr/>
          <p:nvPr/>
        </p:nvGrpSpPr>
        <p:grpSpPr>
          <a:xfrm rot="0">
            <a:off x="140827" y="6249305"/>
            <a:ext cx="692153" cy="1003297"/>
            <a:chOff x="285670" y="12503299"/>
            <a:chExt cx="1376261" cy="1997202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4" y="4"/>
              <a:ext cx="1376257" cy="1997201"/>
            </a:xfrm>
            <a:custGeom>
              <a:avLst/>
              <a:gdLst/>
              <a:ahLst/>
              <a:cxnLst/>
              <a:rect r="r" b="b" t="t" l="l"/>
              <a:pathLst>
                <a:path h="1997201" w="1376257">
                  <a:moveTo>
                    <a:pt x="1376257" y="0"/>
                  </a:moveTo>
                  <a:lnTo>
                    <a:pt x="1376257" y="1997201"/>
                  </a:lnTo>
                  <a:lnTo>
                    <a:pt x="0" y="1997201"/>
                  </a:lnTo>
                  <a:lnTo>
                    <a:pt x="0" y="0"/>
                  </a:lnTo>
                  <a:lnTo>
                    <a:pt x="13762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4" id="254"/>
          <p:cNvGrpSpPr/>
          <p:nvPr/>
        </p:nvGrpSpPr>
        <p:grpSpPr>
          <a:xfrm rot="0">
            <a:off x="234525" y="6591529"/>
            <a:ext cx="482603" cy="482603"/>
            <a:chOff x="473453" y="13187463"/>
            <a:chExt cx="956386" cy="956386"/>
          </a:xfrm>
        </p:grpSpPr>
        <p:sp>
          <p:nvSpPr>
            <p:cNvPr name="Freeform 255" id="255"/>
            <p:cNvSpPr/>
            <p:nvPr/>
          </p:nvSpPr>
          <p:spPr>
            <a:xfrm flipH="false" flipV="false" rot="0">
              <a:off x="3" y="2"/>
              <a:ext cx="956387" cy="956385"/>
            </a:xfrm>
            <a:custGeom>
              <a:avLst/>
              <a:gdLst/>
              <a:ahLst/>
              <a:cxnLst/>
              <a:rect r="r" b="b" t="t" l="l"/>
              <a:pathLst>
                <a:path h="956385" w="956387">
                  <a:moveTo>
                    <a:pt x="956387" y="0"/>
                  </a:moveTo>
                  <a:lnTo>
                    <a:pt x="956387" y="956385"/>
                  </a:lnTo>
                  <a:lnTo>
                    <a:pt x="0" y="956385"/>
                  </a:lnTo>
                  <a:lnTo>
                    <a:pt x="0" y="0"/>
                  </a:lnTo>
                  <a:lnTo>
                    <a:pt x="95638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56" id="256"/>
          <p:cNvGrpSpPr/>
          <p:nvPr/>
        </p:nvGrpSpPr>
        <p:grpSpPr>
          <a:xfrm rot="0">
            <a:off x="-333" y="7981798"/>
            <a:ext cx="1174747" cy="1314450"/>
            <a:chOff x="0" y="15964377"/>
            <a:chExt cx="2348166" cy="2627325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5"/>
              <a:ext cx="2348163" cy="2627313"/>
            </a:xfrm>
            <a:custGeom>
              <a:avLst/>
              <a:gdLst/>
              <a:ahLst/>
              <a:cxnLst/>
              <a:rect r="r" b="b" t="t" l="l"/>
              <a:pathLst>
                <a:path h="2627313" w="2348163">
                  <a:moveTo>
                    <a:pt x="2348163" y="0"/>
                  </a:moveTo>
                  <a:lnTo>
                    <a:pt x="2348163" y="2627313"/>
                  </a:lnTo>
                  <a:lnTo>
                    <a:pt x="0" y="2627313"/>
                  </a:lnTo>
                  <a:lnTo>
                    <a:pt x="0" y="0"/>
                  </a:lnTo>
                  <a:lnTo>
                    <a:pt x="234816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8" id="258"/>
          <p:cNvSpPr txBox="true"/>
          <p:nvPr/>
        </p:nvSpPr>
        <p:spPr>
          <a:xfrm rot="0">
            <a:off x="1089460" y="3984555"/>
            <a:ext cx="54882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</a:p>
        </p:txBody>
      </p:sp>
      <p:sp>
        <p:nvSpPr>
          <p:cNvPr name="TextBox 259" id="259"/>
          <p:cNvSpPr txBox="true"/>
          <p:nvPr/>
        </p:nvSpPr>
        <p:spPr>
          <a:xfrm rot="0">
            <a:off x="1555623" y="9106205"/>
            <a:ext cx="1195549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markdown</a:t>
            </a:r>
          </a:p>
        </p:txBody>
      </p:sp>
      <p:sp>
        <p:nvSpPr>
          <p:cNvPr name="TextBox 260" id="260"/>
          <p:cNvSpPr txBox="true"/>
          <p:nvPr/>
        </p:nvSpPr>
        <p:spPr>
          <a:xfrm rot="0">
            <a:off x="2285819" y="6629210"/>
            <a:ext cx="781869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People</a:t>
            </a:r>
          </a:p>
        </p:txBody>
      </p:sp>
      <p:sp>
        <p:nvSpPr>
          <p:cNvPr name="TextBox 261" id="261"/>
          <p:cNvSpPr txBox="true"/>
          <p:nvPr/>
        </p:nvSpPr>
        <p:spPr>
          <a:xfrm rot="0">
            <a:off x="2285819" y="7296502"/>
            <a:ext cx="54882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</a:p>
        </p:txBody>
      </p:sp>
      <p:sp>
        <p:nvSpPr>
          <p:cNvPr name="TextBox 262" id="262"/>
          <p:cNvSpPr txBox="true"/>
          <p:nvPr/>
        </p:nvSpPr>
        <p:spPr>
          <a:xfrm rot="0">
            <a:off x="2764365" y="3317262"/>
            <a:ext cx="892197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</a:p>
        </p:txBody>
      </p:sp>
      <p:sp>
        <p:nvSpPr>
          <p:cNvPr name="TextBox 263" id="263"/>
          <p:cNvSpPr txBox="true"/>
          <p:nvPr/>
        </p:nvSpPr>
        <p:spPr>
          <a:xfrm rot="0">
            <a:off x="2995089" y="5126965"/>
            <a:ext cx="892197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</a:p>
        </p:txBody>
      </p:sp>
      <p:sp>
        <p:nvSpPr>
          <p:cNvPr name="TextBox 264" id="264"/>
          <p:cNvSpPr txBox="true"/>
          <p:nvPr/>
        </p:nvSpPr>
        <p:spPr>
          <a:xfrm rot="0">
            <a:off x="2516543" y="5460616"/>
            <a:ext cx="54882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</a:p>
        </p:txBody>
      </p:sp>
      <p:sp>
        <p:nvSpPr>
          <p:cNvPr name="TextBox 265" id="265"/>
          <p:cNvSpPr txBox="true"/>
          <p:nvPr/>
        </p:nvSpPr>
        <p:spPr>
          <a:xfrm rot="0">
            <a:off x="3291516" y="6629210"/>
            <a:ext cx="100481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Keypoint</a:t>
            </a:r>
          </a:p>
        </p:txBody>
      </p:sp>
      <p:sp>
        <p:nvSpPr>
          <p:cNvPr name="TextBox 266" id="266"/>
          <p:cNvSpPr txBox="true"/>
          <p:nvPr/>
        </p:nvSpPr>
        <p:spPr>
          <a:xfrm rot="0">
            <a:off x="4515812" y="6629210"/>
            <a:ext cx="976760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</a:p>
        </p:txBody>
      </p:sp>
      <p:sp>
        <p:nvSpPr>
          <p:cNvPr name="TextBox 267" id="267"/>
          <p:cNvSpPr txBox="true"/>
          <p:nvPr/>
        </p:nvSpPr>
        <p:spPr>
          <a:xfrm rot="0">
            <a:off x="5862542" y="8772554"/>
            <a:ext cx="289198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txt</a:t>
            </a:r>
          </a:p>
        </p:txBody>
      </p:sp>
      <p:sp>
        <p:nvSpPr>
          <p:cNvPr name="TextBox 268" id="268"/>
          <p:cNvSpPr txBox="true"/>
          <p:nvPr/>
        </p:nvSpPr>
        <p:spPr>
          <a:xfrm rot="0">
            <a:off x="1089460" y="6116107"/>
            <a:ext cx="885101" cy="37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Action</a:t>
            </a:r>
          </a:p>
        </p:txBody>
      </p:sp>
      <p:sp>
        <p:nvSpPr>
          <p:cNvPr name="TextBox 269" id="269"/>
          <p:cNvSpPr txBox="true"/>
          <p:nvPr/>
        </p:nvSpPr>
        <p:spPr>
          <a:xfrm rot="0">
            <a:off x="1089460" y="4613862"/>
            <a:ext cx="1168556" cy="37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Decision</a:t>
            </a:r>
          </a:p>
        </p:txBody>
      </p:sp>
      <p:sp>
        <p:nvSpPr>
          <p:cNvPr name="TextBox 270" id="270"/>
          <p:cNvSpPr txBox="true"/>
          <p:nvPr/>
        </p:nvSpPr>
        <p:spPr>
          <a:xfrm rot="0">
            <a:off x="1089460" y="2804160"/>
            <a:ext cx="1218133" cy="37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Keypoint</a:t>
            </a:r>
          </a:p>
        </p:txBody>
      </p:sp>
      <p:sp>
        <p:nvSpPr>
          <p:cNvPr name="TextBox 271" id="271"/>
          <p:cNvSpPr txBox="true"/>
          <p:nvPr/>
        </p:nvSpPr>
        <p:spPr>
          <a:xfrm rot="0">
            <a:off x="1316355" y="7925810"/>
            <a:ext cx="1295905" cy="37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272" id="272"/>
          <p:cNvSpPr txBox="true"/>
          <p:nvPr/>
        </p:nvSpPr>
        <p:spPr>
          <a:xfrm rot="0">
            <a:off x="180413" y="107013"/>
            <a:ext cx="6166552" cy="1429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9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LLM PROCEDURE</a:t>
            </a:r>
          </a:p>
        </p:txBody>
      </p:sp>
      <p:sp>
        <p:nvSpPr>
          <p:cNvPr name="TextBox 273" id="273"/>
          <p:cNvSpPr txBox="true"/>
          <p:nvPr/>
        </p:nvSpPr>
        <p:spPr>
          <a:xfrm rot="0">
            <a:off x="1089460" y="1303715"/>
            <a:ext cx="924839" cy="37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b="true" sz="2154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People</a:t>
            </a:r>
          </a:p>
        </p:txBody>
      </p:sp>
      <p:sp>
        <p:nvSpPr>
          <p:cNvPr name="TextBox 274" id="274"/>
          <p:cNvSpPr txBox="true"/>
          <p:nvPr/>
        </p:nvSpPr>
        <p:spPr>
          <a:xfrm rot="0">
            <a:off x="5157092" y="1816808"/>
            <a:ext cx="54882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</a:p>
        </p:txBody>
      </p:sp>
      <p:sp>
        <p:nvSpPr>
          <p:cNvPr name="TextBox 275" id="275"/>
          <p:cNvSpPr txBox="true"/>
          <p:nvPr/>
        </p:nvSpPr>
        <p:spPr>
          <a:xfrm rot="0">
            <a:off x="4917824" y="2150459"/>
            <a:ext cx="548821" cy="32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188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Json</a:t>
            </a:r>
          </a:p>
        </p:txBody>
      </p:sp>
      <p:sp>
        <p:nvSpPr>
          <p:cNvPr name="TextBox 276" id="276"/>
          <p:cNvSpPr txBox="true"/>
          <p:nvPr/>
        </p:nvSpPr>
        <p:spPr>
          <a:xfrm rot="0">
            <a:off x="16206254" y="969435"/>
            <a:ext cx="1062399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07</a:t>
            </a:r>
          </a:p>
        </p:txBody>
      </p:sp>
      <p:sp>
        <p:nvSpPr>
          <p:cNvPr name="TextBox 277" id="277"/>
          <p:cNvSpPr txBox="true"/>
          <p:nvPr/>
        </p:nvSpPr>
        <p:spPr>
          <a:xfrm rot="0">
            <a:off x="13946162" y="40757"/>
            <a:ext cx="1083726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36576000" cy="205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0" cy="20574000"/>
            </a:xfrm>
            <a:custGeom>
              <a:avLst/>
              <a:gdLst/>
              <a:ahLst/>
              <a:cxnLst/>
              <a:rect r="r" b="b" t="t" l="l"/>
              <a:pathLst>
                <a:path h="20574000" w="36576000">
                  <a:moveTo>
                    <a:pt x="36576000" y="0"/>
                  </a:moveTo>
                  <a:lnTo>
                    <a:pt x="36576000" y="20574000"/>
                  </a:lnTo>
                  <a:lnTo>
                    <a:pt x="0" y="20574000"/>
                  </a:lnTo>
                  <a:lnTo>
                    <a:pt x="0" y="0"/>
                  </a:lnTo>
                  <a:lnTo>
                    <a:pt x="3657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13833" y="2274199"/>
            <a:ext cx="869947" cy="869947"/>
            <a:chOff x="0" y="0"/>
            <a:chExt cx="1159929" cy="1159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9891" cy="1159891"/>
            </a:xfrm>
            <a:custGeom>
              <a:avLst/>
              <a:gdLst/>
              <a:ahLst/>
              <a:cxnLst/>
              <a:rect r="r" b="b" t="t" l="l"/>
              <a:pathLst>
                <a:path h="1159891" w="1159891">
                  <a:moveTo>
                    <a:pt x="0" y="0"/>
                  </a:moveTo>
                  <a:lnTo>
                    <a:pt x="1159891" y="0"/>
                  </a:lnTo>
                  <a:lnTo>
                    <a:pt x="1159891" y="1159891"/>
                  </a:lnTo>
                  <a:lnTo>
                    <a:pt x="0" y="1159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3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979413" y="4151357"/>
            <a:ext cx="742950" cy="736597"/>
          </a:xfrm>
          <a:custGeom>
            <a:avLst/>
            <a:gdLst/>
            <a:ahLst/>
            <a:cxnLst/>
            <a:rect r="r" b="b" t="t" l="l"/>
            <a:pathLst>
              <a:path h="736597" w="742950">
                <a:moveTo>
                  <a:pt x="0" y="0"/>
                </a:moveTo>
                <a:lnTo>
                  <a:pt x="742950" y="0"/>
                </a:lnTo>
                <a:lnTo>
                  <a:pt x="742950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0" r="0" b="-84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08302" y="6045156"/>
            <a:ext cx="101603" cy="425453"/>
          </a:xfrm>
          <a:custGeom>
            <a:avLst/>
            <a:gdLst/>
            <a:ahLst/>
            <a:cxnLst/>
            <a:rect r="r" b="b" t="t" l="l"/>
            <a:pathLst>
              <a:path h="425453" w="101603">
                <a:moveTo>
                  <a:pt x="0" y="0"/>
                </a:moveTo>
                <a:lnTo>
                  <a:pt x="101603" y="0"/>
                </a:lnTo>
                <a:lnTo>
                  <a:pt x="101603" y="425453"/>
                </a:lnTo>
                <a:lnTo>
                  <a:pt x="0" y="425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09855" y="5895565"/>
            <a:ext cx="698497" cy="698497"/>
          </a:xfrm>
          <a:custGeom>
            <a:avLst/>
            <a:gdLst/>
            <a:ahLst/>
            <a:cxnLst/>
            <a:rect r="r" b="b" t="t" l="l"/>
            <a:pathLst>
              <a:path h="698497" w="698497">
                <a:moveTo>
                  <a:pt x="0" y="0"/>
                </a:moveTo>
                <a:lnTo>
                  <a:pt x="698497" y="0"/>
                </a:lnTo>
                <a:lnTo>
                  <a:pt x="698497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85473" y="8547268"/>
            <a:ext cx="1695450" cy="323850"/>
            <a:chOff x="0" y="0"/>
            <a:chExt cx="2260600" cy="431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97" y="0"/>
              <a:ext cx="2259406" cy="431800"/>
            </a:xfrm>
            <a:custGeom>
              <a:avLst/>
              <a:gdLst/>
              <a:ahLst/>
              <a:cxnLst/>
              <a:rect r="r" b="b" t="t" l="l"/>
              <a:pathLst>
                <a:path h="431800" w="2259406">
                  <a:moveTo>
                    <a:pt x="0" y="0"/>
                  </a:moveTo>
                  <a:lnTo>
                    <a:pt x="2259406" y="0"/>
                  </a:lnTo>
                  <a:lnTo>
                    <a:pt x="2259406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286439" y="2280314"/>
            <a:ext cx="819150" cy="1047750"/>
          </a:xfrm>
          <a:custGeom>
            <a:avLst/>
            <a:gdLst/>
            <a:ahLst/>
            <a:cxnLst/>
            <a:rect r="r" b="b" t="t" l="l"/>
            <a:pathLst>
              <a:path h="1047750" w="819150">
                <a:moveTo>
                  <a:pt x="0" y="0"/>
                </a:moveTo>
                <a:lnTo>
                  <a:pt x="819150" y="0"/>
                </a:lnTo>
                <a:lnTo>
                  <a:pt x="819150" y="1047750"/>
                </a:ln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54" t="0" r="-995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883647" y="4103322"/>
            <a:ext cx="222247" cy="38100"/>
          </a:xfrm>
          <a:custGeom>
            <a:avLst/>
            <a:gdLst/>
            <a:ahLst/>
            <a:cxnLst/>
            <a:rect r="r" b="b" t="t" l="l"/>
            <a:pathLst>
              <a:path h="38100" w="222247">
                <a:moveTo>
                  <a:pt x="0" y="0"/>
                </a:moveTo>
                <a:lnTo>
                  <a:pt x="222247" y="0"/>
                </a:lnTo>
                <a:lnTo>
                  <a:pt x="2222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196590" y="4103322"/>
            <a:ext cx="488947" cy="38100"/>
          </a:xfrm>
          <a:custGeom>
            <a:avLst/>
            <a:gdLst/>
            <a:ahLst/>
            <a:cxnLst/>
            <a:rect r="r" b="b" t="t" l="l"/>
            <a:pathLst>
              <a:path h="38100" w="488947">
                <a:moveTo>
                  <a:pt x="0" y="0"/>
                </a:moveTo>
                <a:lnTo>
                  <a:pt x="488947" y="0"/>
                </a:lnTo>
                <a:lnTo>
                  <a:pt x="4889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647837" y="3985917"/>
            <a:ext cx="273053" cy="273053"/>
          </a:xfrm>
          <a:custGeom>
            <a:avLst/>
            <a:gdLst/>
            <a:ahLst/>
            <a:cxnLst/>
            <a:rect r="r" b="b" t="t" l="l"/>
            <a:pathLst>
              <a:path h="273053" w="273053">
                <a:moveTo>
                  <a:pt x="0" y="0"/>
                </a:moveTo>
                <a:lnTo>
                  <a:pt x="273053" y="0"/>
                </a:lnTo>
                <a:lnTo>
                  <a:pt x="273053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731590" y="4453499"/>
            <a:ext cx="374647" cy="38100"/>
          </a:xfrm>
          <a:custGeom>
            <a:avLst/>
            <a:gdLst/>
            <a:ahLst/>
            <a:cxnLst/>
            <a:rect r="r" b="b" t="t" l="l"/>
            <a:pathLst>
              <a:path h="38100" w="374647">
                <a:moveTo>
                  <a:pt x="0" y="0"/>
                </a:moveTo>
                <a:lnTo>
                  <a:pt x="374647" y="0"/>
                </a:lnTo>
                <a:lnTo>
                  <a:pt x="3746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98504" y="4453499"/>
            <a:ext cx="260347" cy="38100"/>
          </a:xfrm>
          <a:custGeom>
            <a:avLst/>
            <a:gdLst/>
            <a:ahLst/>
            <a:cxnLst/>
            <a:rect r="r" b="b" t="t" l="l"/>
            <a:pathLst>
              <a:path h="38100" w="260347">
                <a:moveTo>
                  <a:pt x="0" y="0"/>
                </a:moveTo>
                <a:lnTo>
                  <a:pt x="260347" y="0"/>
                </a:lnTo>
                <a:lnTo>
                  <a:pt x="2603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96113" y="4335990"/>
            <a:ext cx="273053" cy="273053"/>
          </a:xfrm>
          <a:custGeom>
            <a:avLst/>
            <a:gdLst/>
            <a:ahLst/>
            <a:cxnLst/>
            <a:rect r="r" b="b" t="t" l="l"/>
            <a:pathLst>
              <a:path h="273053" w="273053">
                <a:moveTo>
                  <a:pt x="0" y="0"/>
                </a:moveTo>
                <a:lnTo>
                  <a:pt x="273053" y="0"/>
                </a:lnTo>
                <a:lnTo>
                  <a:pt x="273053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70791" y="4803638"/>
            <a:ext cx="133350" cy="38100"/>
          </a:xfrm>
          <a:custGeom>
            <a:avLst/>
            <a:gdLst/>
            <a:ahLst/>
            <a:cxnLst/>
            <a:rect r="r" b="b" t="t" l="l"/>
            <a:pathLst>
              <a:path h="38100" w="133350">
                <a:moveTo>
                  <a:pt x="0" y="0"/>
                </a:moveTo>
                <a:lnTo>
                  <a:pt x="133350" y="0"/>
                </a:lnTo>
                <a:lnTo>
                  <a:pt x="1333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98009" y="4803638"/>
            <a:ext cx="571500" cy="38100"/>
          </a:xfrm>
          <a:custGeom>
            <a:avLst/>
            <a:gdLst/>
            <a:ahLst/>
            <a:cxnLst/>
            <a:rect r="r" b="b" t="t" l="l"/>
            <a:pathLst>
              <a:path h="38100" w="571500">
                <a:moveTo>
                  <a:pt x="0" y="0"/>
                </a:moveTo>
                <a:lnTo>
                  <a:pt x="571500" y="0"/>
                </a:lnTo>
                <a:lnTo>
                  <a:pt x="5715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733181" y="4686100"/>
            <a:ext cx="273053" cy="273053"/>
          </a:xfrm>
          <a:custGeom>
            <a:avLst/>
            <a:gdLst/>
            <a:ahLst/>
            <a:cxnLst/>
            <a:rect r="r" b="b" t="t" l="l"/>
            <a:pathLst>
              <a:path h="273053" w="273053">
                <a:moveTo>
                  <a:pt x="0" y="0"/>
                </a:moveTo>
                <a:lnTo>
                  <a:pt x="273053" y="0"/>
                </a:lnTo>
                <a:lnTo>
                  <a:pt x="273053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73380" y="6005370"/>
            <a:ext cx="844553" cy="590550"/>
          </a:xfrm>
          <a:custGeom>
            <a:avLst/>
            <a:gdLst/>
            <a:ahLst/>
            <a:cxnLst/>
            <a:rect r="r" b="b" t="t" l="l"/>
            <a:pathLst>
              <a:path h="590550" w="844553">
                <a:moveTo>
                  <a:pt x="0" y="0"/>
                </a:moveTo>
                <a:lnTo>
                  <a:pt x="844554" y="0"/>
                </a:lnTo>
                <a:lnTo>
                  <a:pt x="844554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200" r="0" b="-20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262676" y="2639520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529204" y="2640320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178619" y="26380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442490" y="263952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08618" y="26388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974775" y="2651865"/>
            <a:ext cx="254003" cy="234953"/>
          </a:xfrm>
          <a:custGeom>
            <a:avLst/>
            <a:gdLst/>
            <a:ahLst/>
            <a:cxnLst/>
            <a:rect r="r" b="b" t="t" l="l"/>
            <a:pathLst>
              <a:path h="234953" w="254003">
                <a:moveTo>
                  <a:pt x="0" y="0"/>
                </a:moveTo>
                <a:lnTo>
                  <a:pt x="254003" y="0"/>
                </a:lnTo>
                <a:lnTo>
                  <a:pt x="254003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241561" y="26388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512204" y="2638454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4773694" y="263952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045557" y="263938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306894" y="26392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576223" y="2639768"/>
            <a:ext cx="247650" cy="241297"/>
          </a:xfrm>
          <a:custGeom>
            <a:avLst/>
            <a:gdLst/>
            <a:ahLst/>
            <a:cxnLst/>
            <a:rect r="r" b="b" t="t" l="l"/>
            <a:pathLst>
              <a:path h="241297" w="247650">
                <a:moveTo>
                  <a:pt x="0" y="0"/>
                </a:moveTo>
                <a:lnTo>
                  <a:pt x="247650" y="0"/>
                </a:lnTo>
                <a:lnTo>
                  <a:pt x="24765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841837" y="263901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6202149" y="2720788"/>
            <a:ext cx="57150" cy="95250"/>
            <a:chOff x="32409486" y="5445676"/>
            <a:chExt cx="103937" cy="1822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-5"/>
              <a:ext cx="103938" cy="182296"/>
            </a:xfrm>
            <a:custGeom>
              <a:avLst/>
              <a:gdLst/>
              <a:ahLst/>
              <a:cxnLst/>
              <a:rect r="r" b="b" t="t" l="l"/>
              <a:pathLst>
                <a:path h="182296" w="103938">
                  <a:moveTo>
                    <a:pt x="11711" y="182296"/>
                  </a:moveTo>
                  <a:cubicBezTo>
                    <a:pt x="67692" y="162573"/>
                    <a:pt x="103938" y="118872"/>
                    <a:pt x="103938" y="61303"/>
                  </a:cubicBezTo>
                  <a:cubicBezTo>
                    <a:pt x="103938" y="23990"/>
                    <a:pt x="87935" y="0"/>
                    <a:pt x="58623" y="0"/>
                  </a:cubicBezTo>
                  <a:cubicBezTo>
                    <a:pt x="36779" y="0"/>
                    <a:pt x="18110" y="13335"/>
                    <a:pt x="18110" y="38379"/>
                  </a:cubicBezTo>
                  <a:cubicBezTo>
                    <a:pt x="18110" y="63436"/>
                    <a:pt x="36246" y="76225"/>
                    <a:pt x="58089" y="76225"/>
                  </a:cubicBezTo>
                  <a:cubicBezTo>
                    <a:pt x="61289" y="76225"/>
                    <a:pt x="63959" y="76225"/>
                    <a:pt x="67158" y="75692"/>
                  </a:cubicBezTo>
                  <a:cubicBezTo>
                    <a:pt x="64492" y="111938"/>
                    <a:pt x="41045" y="136995"/>
                    <a:pt x="0" y="154051"/>
                  </a:cubicBezTo>
                  <a:lnTo>
                    <a:pt x="11711" y="18229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16372637" y="26388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6635994" y="2639387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917762" y="2638720"/>
            <a:ext cx="228600" cy="247650"/>
          </a:xfrm>
          <a:custGeom>
            <a:avLst/>
            <a:gdLst/>
            <a:ahLst/>
            <a:cxnLst/>
            <a:rect r="r" b="b" t="t" l="l"/>
            <a:pathLst>
              <a:path h="247650" w="228600">
                <a:moveTo>
                  <a:pt x="0" y="0"/>
                </a:moveTo>
                <a:lnTo>
                  <a:pt x="228600" y="0"/>
                </a:lnTo>
                <a:lnTo>
                  <a:pt x="2286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264914" y="3010595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2532223" y="3009929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2801048" y="3010862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062385" y="301072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336076" y="3009795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4" y="0"/>
                </a:lnTo>
                <a:lnTo>
                  <a:pt x="234954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3597595" y="3021968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3867695" y="3029188"/>
            <a:ext cx="241297" cy="228600"/>
          </a:xfrm>
          <a:custGeom>
            <a:avLst/>
            <a:gdLst/>
            <a:ahLst/>
            <a:cxnLst/>
            <a:rect r="r" b="b" t="t" l="l"/>
            <a:pathLst>
              <a:path h="228600" w="241297">
                <a:moveTo>
                  <a:pt x="0" y="0"/>
                </a:moveTo>
                <a:lnTo>
                  <a:pt x="241297" y="0"/>
                </a:lnTo>
                <a:lnTo>
                  <a:pt x="24129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4129995" y="3010595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397857" y="301072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4666633" y="3010995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5747911" y="3010062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6013782" y="3009262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6364598" y="3093282"/>
            <a:ext cx="82553" cy="82553"/>
          </a:xfrm>
          <a:custGeom>
            <a:avLst/>
            <a:gdLst/>
            <a:ahLst/>
            <a:cxnLst/>
            <a:rect r="r" b="b" t="t" l="l"/>
            <a:pathLst>
              <a:path h="82553" w="82553">
                <a:moveTo>
                  <a:pt x="0" y="0"/>
                </a:moveTo>
                <a:lnTo>
                  <a:pt x="82553" y="0"/>
                </a:lnTo>
                <a:lnTo>
                  <a:pt x="82553" y="82553"/>
                </a:lnTo>
                <a:lnTo>
                  <a:pt x="0" y="82553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873115" y="8098526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140748" y="811815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7513387" y="8098765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780725" y="8116024"/>
            <a:ext cx="254003" cy="228600"/>
          </a:xfrm>
          <a:custGeom>
            <a:avLst/>
            <a:gdLst/>
            <a:ahLst/>
            <a:cxnLst/>
            <a:rect r="r" b="b" t="t" l="l"/>
            <a:pathLst>
              <a:path h="228600" w="254003">
                <a:moveTo>
                  <a:pt x="0" y="0"/>
                </a:moveTo>
                <a:lnTo>
                  <a:pt x="254003" y="0"/>
                </a:lnTo>
                <a:lnTo>
                  <a:pt x="254003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8623259" y="8098765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8892435" y="8098765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9156859" y="809796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9439932" y="8098098"/>
            <a:ext cx="215903" cy="247650"/>
          </a:xfrm>
          <a:custGeom>
            <a:avLst/>
            <a:gdLst/>
            <a:ahLst/>
            <a:cxnLst/>
            <a:rect r="r" b="b" t="t" l="l"/>
            <a:pathLst>
              <a:path h="247650" w="215903">
                <a:moveTo>
                  <a:pt x="0" y="0"/>
                </a:moveTo>
                <a:lnTo>
                  <a:pt x="215903" y="0"/>
                </a:lnTo>
                <a:lnTo>
                  <a:pt x="2159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9693097" y="8108956"/>
            <a:ext cx="241297" cy="228600"/>
          </a:xfrm>
          <a:custGeom>
            <a:avLst/>
            <a:gdLst/>
            <a:ahLst/>
            <a:cxnLst/>
            <a:rect r="r" b="b" t="t" l="l"/>
            <a:pathLst>
              <a:path h="228600" w="241297">
                <a:moveTo>
                  <a:pt x="0" y="0"/>
                </a:moveTo>
                <a:lnTo>
                  <a:pt x="241297" y="0"/>
                </a:lnTo>
                <a:lnTo>
                  <a:pt x="24129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0049713" y="8180299"/>
            <a:ext cx="57150" cy="95250"/>
            <a:chOff x="20104603" y="16364699"/>
            <a:chExt cx="103937" cy="1822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" y="-1"/>
              <a:ext cx="103936" cy="182296"/>
            </a:xfrm>
            <a:custGeom>
              <a:avLst/>
              <a:gdLst/>
              <a:ahLst/>
              <a:cxnLst/>
              <a:rect r="r" b="b" t="t" l="l"/>
              <a:pathLst>
                <a:path h="182296" w="103936">
                  <a:moveTo>
                    <a:pt x="11721" y="182296"/>
                  </a:moveTo>
                  <a:cubicBezTo>
                    <a:pt x="67690" y="162574"/>
                    <a:pt x="103936" y="118860"/>
                    <a:pt x="103936" y="61291"/>
                  </a:cubicBezTo>
                  <a:cubicBezTo>
                    <a:pt x="103936" y="23991"/>
                    <a:pt x="87946" y="0"/>
                    <a:pt x="58622" y="0"/>
                  </a:cubicBezTo>
                  <a:cubicBezTo>
                    <a:pt x="36779" y="0"/>
                    <a:pt x="18123" y="13324"/>
                    <a:pt x="18123" y="38381"/>
                  </a:cubicBezTo>
                  <a:cubicBezTo>
                    <a:pt x="18123" y="63425"/>
                    <a:pt x="36245" y="76227"/>
                    <a:pt x="58089" y="76227"/>
                  </a:cubicBezTo>
                  <a:cubicBezTo>
                    <a:pt x="61289" y="76227"/>
                    <a:pt x="63957" y="76227"/>
                    <a:pt x="67157" y="75694"/>
                  </a:cubicBezTo>
                  <a:cubicBezTo>
                    <a:pt x="64490" y="111939"/>
                    <a:pt x="41033" y="136983"/>
                    <a:pt x="0" y="154039"/>
                  </a:cubicBezTo>
                  <a:lnTo>
                    <a:pt x="11721" y="18229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0223392" y="8111909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333144" y="8469706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595481" y="8471306"/>
            <a:ext cx="260347" cy="247650"/>
          </a:xfrm>
          <a:custGeom>
            <a:avLst/>
            <a:gdLst/>
            <a:ahLst/>
            <a:cxnLst/>
            <a:rect r="r" b="b" t="t" l="l"/>
            <a:pathLst>
              <a:path h="247650" w="260347">
                <a:moveTo>
                  <a:pt x="0" y="0"/>
                </a:moveTo>
                <a:lnTo>
                  <a:pt x="260347" y="0"/>
                </a:lnTo>
                <a:lnTo>
                  <a:pt x="2603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6868630" y="846930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7134349" y="8469954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7402725" y="8471306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7667568" y="846957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7948003" y="8482051"/>
            <a:ext cx="222247" cy="234953"/>
          </a:xfrm>
          <a:custGeom>
            <a:avLst/>
            <a:gdLst/>
            <a:ahLst/>
            <a:cxnLst/>
            <a:rect r="r" b="b" t="t" l="l"/>
            <a:pathLst>
              <a:path h="234953" w="222247">
                <a:moveTo>
                  <a:pt x="0" y="0"/>
                </a:moveTo>
                <a:lnTo>
                  <a:pt x="222247" y="0"/>
                </a:lnTo>
                <a:lnTo>
                  <a:pt x="22224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8199711" y="846997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8560822" y="8551774"/>
            <a:ext cx="57150" cy="95250"/>
            <a:chOff x="17126831" y="17107649"/>
            <a:chExt cx="103937" cy="1822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-5" y="-1"/>
              <a:ext cx="103950" cy="182296"/>
            </a:xfrm>
            <a:custGeom>
              <a:avLst/>
              <a:gdLst/>
              <a:ahLst/>
              <a:cxnLst/>
              <a:rect r="r" b="b" t="t" l="l"/>
              <a:pathLst>
                <a:path h="182296" w="103950">
                  <a:moveTo>
                    <a:pt x="11735" y="182296"/>
                  </a:moveTo>
                  <a:cubicBezTo>
                    <a:pt x="67704" y="162574"/>
                    <a:pt x="103950" y="118860"/>
                    <a:pt x="103950" y="61291"/>
                  </a:cubicBezTo>
                  <a:cubicBezTo>
                    <a:pt x="103950" y="23991"/>
                    <a:pt x="87948" y="0"/>
                    <a:pt x="58636" y="0"/>
                  </a:cubicBezTo>
                  <a:cubicBezTo>
                    <a:pt x="36779" y="0"/>
                    <a:pt x="18122" y="13324"/>
                    <a:pt x="18122" y="38381"/>
                  </a:cubicBezTo>
                  <a:cubicBezTo>
                    <a:pt x="18122" y="63425"/>
                    <a:pt x="36245" y="76227"/>
                    <a:pt x="58103" y="76227"/>
                  </a:cubicBezTo>
                  <a:cubicBezTo>
                    <a:pt x="61303" y="76227"/>
                    <a:pt x="63969" y="76227"/>
                    <a:pt x="67171" y="75694"/>
                  </a:cubicBezTo>
                  <a:cubicBezTo>
                    <a:pt x="64503" y="111939"/>
                    <a:pt x="41047" y="136983"/>
                    <a:pt x="0" y="154039"/>
                  </a:cubicBezTo>
                  <a:lnTo>
                    <a:pt x="11735" y="18229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8737016" y="8470592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5872448" y="8841981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6138977" y="8842781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7960995" y="8841724"/>
            <a:ext cx="228600" cy="241297"/>
          </a:xfrm>
          <a:custGeom>
            <a:avLst/>
            <a:gdLst/>
            <a:ahLst/>
            <a:cxnLst/>
            <a:rect r="r" b="b" t="t" l="l"/>
            <a:pathLst>
              <a:path h="241297" w="228600">
                <a:moveTo>
                  <a:pt x="0" y="0"/>
                </a:moveTo>
                <a:lnTo>
                  <a:pt x="228600" y="0"/>
                </a:lnTo>
                <a:lnTo>
                  <a:pt x="2286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8219180" y="8845563"/>
            <a:ext cx="241297" cy="241297"/>
          </a:xfrm>
          <a:custGeom>
            <a:avLst/>
            <a:gdLst/>
            <a:ahLst/>
            <a:cxnLst/>
            <a:rect r="r" b="b" t="t" l="l"/>
            <a:pathLst>
              <a:path h="241297" w="241297">
                <a:moveTo>
                  <a:pt x="0" y="0"/>
                </a:moveTo>
                <a:lnTo>
                  <a:pt x="241296" y="0"/>
                </a:lnTo>
                <a:lnTo>
                  <a:pt x="241296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8493881" y="8854059"/>
            <a:ext cx="215903" cy="234953"/>
          </a:xfrm>
          <a:custGeom>
            <a:avLst/>
            <a:gdLst/>
            <a:ahLst/>
            <a:cxnLst/>
            <a:rect r="r" b="b" t="t" l="l"/>
            <a:pathLst>
              <a:path h="234953" w="215903">
                <a:moveTo>
                  <a:pt x="0" y="0"/>
                </a:moveTo>
                <a:lnTo>
                  <a:pt x="215903" y="0"/>
                </a:lnTo>
                <a:lnTo>
                  <a:pt x="215903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8751980" y="8840514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6" y="0"/>
                </a:lnTo>
                <a:lnTo>
                  <a:pt x="24129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9015584" y="8843448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9286894" y="8841962"/>
            <a:ext cx="234953" cy="241297"/>
          </a:xfrm>
          <a:custGeom>
            <a:avLst/>
            <a:gdLst/>
            <a:ahLst/>
            <a:cxnLst/>
            <a:rect r="r" b="b" t="t" l="l"/>
            <a:pathLst>
              <a:path h="241297" w="234953">
                <a:moveTo>
                  <a:pt x="0" y="0"/>
                </a:moveTo>
                <a:lnTo>
                  <a:pt x="234953" y="0"/>
                </a:lnTo>
                <a:lnTo>
                  <a:pt x="234953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9549746" y="8854992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4"/>
                </a:lnTo>
                <a:lnTo>
                  <a:pt x="0" y="234954"/>
                </a:lnTo>
                <a:lnTo>
                  <a:pt x="0" y="0"/>
                </a:lnTo>
                <a:close/>
              </a:path>
            </a:pathLst>
          </a:custGeom>
          <a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9814674" y="884024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44">
              <a:extLst>
                <a:ext uri="{96DAC541-7B7A-43D3-8B79-37D633B846F1}">
                  <asvg:svgBlip xmlns:asvg="http://schemas.microsoft.com/office/drawing/2016/SVG/main" r:embed="rId1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082517" y="8841715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0346950" y="884091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5875601" y="9229782"/>
            <a:ext cx="241297" cy="228600"/>
          </a:xfrm>
          <a:custGeom>
            <a:avLst/>
            <a:gdLst/>
            <a:ahLst/>
            <a:cxnLst/>
            <a:rect r="r" b="b" t="t" l="l"/>
            <a:pathLst>
              <a:path h="228600" w="241297">
                <a:moveTo>
                  <a:pt x="0" y="0"/>
                </a:moveTo>
                <a:lnTo>
                  <a:pt x="241297" y="0"/>
                </a:lnTo>
                <a:lnTo>
                  <a:pt x="24129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6145063" y="9215676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6491640" y="9295743"/>
            <a:ext cx="82553" cy="82553"/>
          </a:xfrm>
          <a:custGeom>
            <a:avLst/>
            <a:gdLst/>
            <a:ahLst/>
            <a:cxnLst/>
            <a:rect r="r" b="b" t="t" l="l"/>
            <a:pathLst>
              <a:path h="82553" w="82553">
                <a:moveTo>
                  <a:pt x="0" y="0"/>
                </a:moveTo>
                <a:lnTo>
                  <a:pt x="82553" y="0"/>
                </a:lnTo>
                <a:lnTo>
                  <a:pt x="82553" y="82553"/>
                </a:lnTo>
                <a:lnTo>
                  <a:pt x="0" y="82553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6684616" y="9212656"/>
            <a:ext cx="228600" cy="247650"/>
          </a:xfrm>
          <a:custGeom>
            <a:avLst/>
            <a:gdLst/>
            <a:ahLst/>
            <a:cxnLst/>
            <a:rect r="r" b="b" t="t" l="l"/>
            <a:pathLst>
              <a:path h="247650" w="228600">
                <a:moveTo>
                  <a:pt x="0" y="0"/>
                </a:moveTo>
                <a:lnTo>
                  <a:pt x="228600" y="0"/>
                </a:lnTo>
                <a:lnTo>
                  <a:pt x="2286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6940296" y="92130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7209092" y="9223677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7479849" y="9212390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62">
              <a:extLst>
                <a:ext uri="{96DAC541-7B7A-43D3-8B79-37D633B846F1}">
                  <asvg:svgBlip xmlns:asvg="http://schemas.microsoft.com/office/drawing/2016/SVG/main" r:embed="rId1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7740291" y="92130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64">
              <a:extLst>
                <a:ext uri="{96DAC541-7B7A-43D3-8B79-37D633B846F1}">
                  <asvg:svgBlip xmlns:asvg="http://schemas.microsoft.com/office/drawing/2016/SVG/main" r:embed="rId1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8007229" y="92133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66">
              <a:extLst>
                <a:ext uri="{96DAC541-7B7A-43D3-8B79-37D633B846F1}">
                  <asvg:svgBlip xmlns:asvg="http://schemas.microsoft.com/office/drawing/2016/SVG/main" r:embed="rId1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8742264" y="92117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68">
              <a:extLst>
                <a:ext uri="{96DAC541-7B7A-43D3-8B79-37D633B846F1}">
                  <asvg:svgBlip xmlns:asvg="http://schemas.microsoft.com/office/drawing/2016/SVG/main" r:embed="rId1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9083373" y="92141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70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9349111" y="92125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9612716" y="92129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9882578" y="92130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76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0152555" y="9212656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6" y="0"/>
                </a:lnTo>
                <a:lnTo>
                  <a:pt x="24129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78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5872448" y="6249010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0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6" id="106"/>
          <p:cNvSpPr/>
          <p:nvPr/>
        </p:nvSpPr>
        <p:spPr>
          <a:xfrm flipH="false" flipV="false" rot="0">
            <a:off x="6148083" y="6253229"/>
            <a:ext cx="228600" cy="234953"/>
          </a:xfrm>
          <a:custGeom>
            <a:avLst/>
            <a:gdLst/>
            <a:ahLst/>
            <a:cxnLst/>
            <a:rect r="r" b="b" t="t" l="l"/>
            <a:pathLst>
              <a:path h="234953" w="228600">
                <a:moveTo>
                  <a:pt x="0" y="0"/>
                </a:moveTo>
                <a:lnTo>
                  <a:pt x="228600" y="0"/>
                </a:lnTo>
                <a:lnTo>
                  <a:pt x="22860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7" id="107"/>
          <p:cNvSpPr/>
          <p:nvPr/>
        </p:nvSpPr>
        <p:spPr>
          <a:xfrm flipH="false" flipV="false" rot="0">
            <a:off x="6408687" y="624794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8" id="108"/>
          <p:cNvSpPr/>
          <p:nvPr/>
        </p:nvSpPr>
        <p:spPr>
          <a:xfrm flipH="false" flipV="false" rot="0">
            <a:off x="6673225" y="624740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6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6937515" y="6247809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7212930" y="6247809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1" id="111"/>
          <p:cNvSpPr/>
          <p:nvPr/>
        </p:nvSpPr>
        <p:spPr>
          <a:xfrm flipH="false" flipV="false" rot="0">
            <a:off x="7480135" y="6247943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7751016" y="6247676"/>
            <a:ext cx="228600" cy="247650"/>
          </a:xfrm>
          <a:custGeom>
            <a:avLst/>
            <a:gdLst/>
            <a:ahLst/>
            <a:cxnLst/>
            <a:rect r="r" b="b" t="t" l="l"/>
            <a:pathLst>
              <a:path h="247650" w="228600">
                <a:moveTo>
                  <a:pt x="0" y="0"/>
                </a:moveTo>
                <a:lnTo>
                  <a:pt x="228600" y="0"/>
                </a:lnTo>
                <a:lnTo>
                  <a:pt x="2286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3" id="113"/>
          <p:cNvSpPr/>
          <p:nvPr/>
        </p:nvSpPr>
        <p:spPr>
          <a:xfrm flipH="false" flipV="false" rot="0">
            <a:off x="8005762" y="624767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96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4" id="114"/>
          <p:cNvSpPr/>
          <p:nvPr/>
        </p:nvSpPr>
        <p:spPr>
          <a:xfrm flipH="false" flipV="false" rot="0">
            <a:off x="8273234" y="624687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98">
              <a:extLs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8545182" y="6245409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00">
              <a:extLs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8806567" y="624740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02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9075744" y="6248076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04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8" id="118"/>
          <p:cNvSpPr/>
          <p:nvPr/>
        </p:nvSpPr>
        <p:spPr>
          <a:xfrm flipH="false" flipV="false" rot="0">
            <a:off x="9336567" y="624807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06">
              <a:extLs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9698622" y="6329343"/>
            <a:ext cx="57150" cy="95250"/>
            <a:chOff x="19402425" y="12662786"/>
            <a:chExt cx="103937" cy="18229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3"/>
              <a:ext cx="103936" cy="182296"/>
            </a:xfrm>
            <a:custGeom>
              <a:avLst/>
              <a:gdLst/>
              <a:ahLst/>
              <a:cxnLst/>
              <a:rect r="r" b="b" t="t" l="l"/>
              <a:pathLst>
                <a:path h="182296" w="103936">
                  <a:moveTo>
                    <a:pt x="11722" y="182295"/>
                  </a:moveTo>
                  <a:cubicBezTo>
                    <a:pt x="67690" y="162572"/>
                    <a:pt x="103936" y="118859"/>
                    <a:pt x="103936" y="61290"/>
                  </a:cubicBezTo>
                  <a:cubicBezTo>
                    <a:pt x="103936" y="23990"/>
                    <a:pt x="87948" y="0"/>
                    <a:pt x="58635" y="0"/>
                  </a:cubicBezTo>
                  <a:cubicBezTo>
                    <a:pt x="36779" y="0"/>
                    <a:pt x="18123" y="13322"/>
                    <a:pt x="18123" y="38379"/>
                  </a:cubicBezTo>
                  <a:cubicBezTo>
                    <a:pt x="18123" y="63424"/>
                    <a:pt x="36246" y="76225"/>
                    <a:pt x="58102" y="76225"/>
                  </a:cubicBezTo>
                  <a:cubicBezTo>
                    <a:pt x="61303" y="76225"/>
                    <a:pt x="63957" y="76225"/>
                    <a:pt x="67157" y="75692"/>
                  </a:cubicBezTo>
                  <a:cubicBezTo>
                    <a:pt x="64491" y="111937"/>
                    <a:pt x="41047" y="136982"/>
                    <a:pt x="0" y="154038"/>
                  </a:cubicBezTo>
                  <a:lnTo>
                    <a:pt x="11722" y="18229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1" id="121"/>
          <p:cNvSpPr/>
          <p:nvPr/>
        </p:nvSpPr>
        <p:spPr>
          <a:xfrm flipH="false" flipV="false" rot="0">
            <a:off x="9883807" y="6247676"/>
            <a:ext cx="222247" cy="247650"/>
          </a:xfrm>
          <a:custGeom>
            <a:avLst/>
            <a:gdLst/>
            <a:ahLst/>
            <a:cxnLst/>
            <a:rect r="r" b="b" t="t" l="l"/>
            <a:pathLst>
              <a:path h="247650" w="222247">
                <a:moveTo>
                  <a:pt x="0" y="0"/>
                </a:moveTo>
                <a:lnTo>
                  <a:pt x="222247" y="0"/>
                </a:lnTo>
                <a:lnTo>
                  <a:pt x="2222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08">
              <a:extLs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2" id="122"/>
          <p:cNvSpPr/>
          <p:nvPr/>
        </p:nvSpPr>
        <p:spPr>
          <a:xfrm flipH="false" flipV="false" rot="0">
            <a:off x="10138953" y="6248210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10">
              <a:extLs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3" id="123"/>
          <p:cNvSpPr/>
          <p:nvPr/>
        </p:nvSpPr>
        <p:spPr>
          <a:xfrm flipH="false" flipV="false" rot="0">
            <a:off x="10410530" y="6272965"/>
            <a:ext cx="234953" cy="203197"/>
          </a:xfrm>
          <a:custGeom>
            <a:avLst/>
            <a:gdLst/>
            <a:ahLst/>
            <a:cxnLst/>
            <a:rect r="r" b="b" t="t" l="l"/>
            <a:pathLst>
              <a:path h="203197" w="234953">
                <a:moveTo>
                  <a:pt x="0" y="0"/>
                </a:moveTo>
                <a:lnTo>
                  <a:pt x="234953" y="0"/>
                </a:lnTo>
                <a:lnTo>
                  <a:pt x="234953" y="203197"/>
                </a:lnTo>
                <a:lnTo>
                  <a:pt x="0" y="203197"/>
                </a:lnTo>
                <a:lnTo>
                  <a:pt x="0" y="0"/>
                </a:lnTo>
                <a:close/>
              </a:path>
            </a:pathLst>
          </a:custGeom>
          <a:blipFill>
            <a:blip r:embed="rId212">
              <a:extLs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5877087" y="661941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14">
              <a:extLs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6141358" y="6619951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16">
              <a:extLs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6408553" y="6630276"/>
            <a:ext cx="247650" cy="228600"/>
          </a:xfrm>
          <a:custGeom>
            <a:avLst/>
            <a:gdLst/>
            <a:ahLst/>
            <a:cxnLst/>
            <a:rect r="r" b="b" t="t" l="l"/>
            <a:pathLst>
              <a:path h="228600" w="247650">
                <a:moveTo>
                  <a:pt x="0" y="0"/>
                </a:moveTo>
                <a:lnTo>
                  <a:pt x="247650" y="0"/>
                </a:lnTo>
                <a:lnTo>
                  <a:pt x="2476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18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6675225" y="661728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6940163" y="661861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22">
              <a:extLs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9" id="129"/>
          <p:cNvSpPr/>
          <p:nvPr/>
        </p:nvSpPr>
        <p:spPr>
          <a:xfrm flipH="false" flipV="false" rot="0">
            <a:off x="7207891" y="661968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24">
              <a:extLs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0" id="130"/>
          <p:cNvSpPr/>
          <p:nvPr/>
        </p:nvSpPr>
        <p:spPr>
          <a:xfrm flipH="false" flipV="false" rot="0">
            <a:off x="7477201" y="6619637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226">
              <a:extLs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1" id="131"/>
          <p:cNvSpPr/>
          <p:nvPr/>
        </p:nvSpPr>
        <p:spPr>
          <a:xfrm flipH="false" flipV="false" rot="0">
            <a:off x="7774181" y="6619018"/>
            <a:ext cx="184147" cy="247650"/>
          </a:xfrm>
          <a:custGeom>
            <a:avLst/>
            <a:gdLst/>
            <a:ahLst/>
            <a:cxnLst/>
            <a:rect r="r" b="b" t="t" l="l"/>
            <a:pathLst>
              <a:path h="247650" w="184147">
                <a:moveTo>
                  <a:pt x="0" y="0"/>
                </a:moveTo>
                <a:lnTo>
                  <a:pt x="184147" y="0"/>
                </a:lnTo>
                <a:lnTo>
                  <a:pt x="18414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28">
              <a:extLs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2" id="132"/>
          <p:cNvSpPr/>
          <p:nvPr/>
        </p:nvSpPr>
        <p:spPr>
          <a:xfrm flipH="false" flipV="false" rot="0">
            <a:off x="8007210" y="6621018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30">
              <a:extLs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3" id="133"/>
          <p:cNvSpPr/>
          <p:nvPr/>
        </p:nvSpPr>
        <p:spPr>
          <a:xfrm flipH="false" flipV="false" rot="0">
            <a:off x="8286198" y="6618884"/>
            <a:ext cx="222247" cy="247650"/>
          </a:xfrm>
          <a:custGeom>
            <a:avLst/>
            <a:gdLst/>
            <a:ahLst/>
            <a:cxnLst/>
            <a:rect r="r" b="b" t="t" l="l"/>
            <a:pathLst>
              <a:path h="247650" w="222247">
                <a:moveTo>
                  <a:pt x="0" y="0"/>
                </a:moveTo>
                <a:lnTo>
                  <a:pt x="222246" y="0"/>
                </a:lnTo>
                <a:lnTo>
                  <a:pt x="22224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32">
              <a:extLs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4" id="134"/>
          <p:cNvSpPr/>
          <p:nvPr/>
        </p:nvSpPr>
        <p:spPr>
          <a:xfrm flipH="false" flipV="false" rot="0">
            <a:off x="8541496" y="661861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34">
              <a:extLs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5" id="135"/>
          <p:cNvSpPr/>
          <p:nvPr/>
        </p:nvSpPr>
        <p:spPr>
          <a:xfrm flipH="false" flipV="false" rot="0">
            <a:off x="8809339" y="6621904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236">
              <a:extLs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6" id="136"/>
          <p:cNvSpPr/>
          <p:nvPr/>
        </p:nvSpPr>
        <p:spPr>
          <a:xfrm flipH="false" flipV="false" rot="0">
            <a:off x="9071639" y="661901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38">
              <a:extLs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7" id="137"/>
          <p:cNvSpPr/>
          <p:nvPr/>
        </p:nvSpPr>
        <p:spPr>
          <a:xfrm flipH="false" flipV="false" rot="0">
            <a:off x="9337767" y="6619151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40">
              <a:extLst>
                <a:ext uri="{96DAC541-7B7A-43D3-8B79-37D633B846F1}">
                  <asvg:svgBlip xmlns:asvg="http://schemas.microsoft.com/office/drawing/2016/SVG/main" r:embed="rId2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8" id="138"/>
          <p:cNvSpPr/>
          <p:nvPr/>
        </p:nvSpPr>
        <p:spPr>
          <a:xfrm flipH="false" flipV="false" rot="0">
            <a:off x="9607325" y="6619284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42">
              <a:extLst>
                <a:ext uri="{96DAC541-7B7A-43D3-8B79-37D633B846F1}">
                  <asvg:svgBlip xmlns:asvg="http://schemas.microsoft.com/office/drawing/2016/SVG/main" r:embed="rId2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9" id="139"/>
          <p:cNvSpPr/>
          <p:nvPr/>
        </p:nvSpPr>
        <p:spPr>
          <a:xfrm flipH="false" flipV="false" rot="0">
            <a:off x="5871115" y="4450023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44">
              <a:extLst>
                <a:ext uri="{96DAC541-7B7A-43D3-8B79-37D633B846F1}">
                  <asvg:svgBlip xmlns:asvg="http://schemas.microsoft.com/office/drawing/2016/SVG/main" r:embed="rId2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0" id="140"/>
          <p:cNvSpPr/>
          <p:nvPr/>
        </p:nvSpPr>
        <p:spPr>
          <a:xfrm flipH="false" flipV="false" rot="0">
            <a:off x="6140748" y="4469416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46">
              <a:extLst>
                <a:ext uri="{96DAC541-7B7A-43D3-8B79-37D633B846F1}">
                  <asvg:svgBlip xmlns:asvg="http://schemas.microsoft.com/office/drawing/2016/SVG/main" r:embed="rId2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1" id="141"/>
          <p:cNvSpPr/>
          <p:nvPr/>
        </p:nvSpPr>
        <p:spPr>
          <a:xfrm flipH="false" flipV="false" rot="0">
            <a:off x="6411601" y="4449890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48">
              <a:extLst>
                <a:ext uri="{96DAC541-7B7A-43D3-8B79-37D633B846F1}">
                  <asvg:svgBlip xmlns:asvg="http://schemas.microsoft.com/office/drawing/2016/SVG/main" r:embed="rId2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2" id="142"/>
          <p:cNvSpPr/>
          <p:nvPr/>
        </p:nvSpPr>
        <p:spPr>
          <a:xfrm flipH="false" flipV="false" rot="0">
            <a:off x="6673739" y="4449737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3" id="143"/>
          <p:cNvSpPr/>
          <p:nvPr/>
        </p:nvSpPr>
        <p:spPr>
          <a:xfrm flipH="false" flipV="false" rot="0">
            <a:off x="7496746" y="4451223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4" y="0"/>
                </a:lnTo>
                <a:lnTo>
                  <a:pt x="254004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4" id="144"/>
          <p:cNvSpPr/>
          <p:nvPr/>
        </p:nvSpPr>
        <p:spPr>
          <a:xfrm flipH="false" flipV="false" rot="0">
            <a:off x="7763389" y="44500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54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8031661" y="44497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56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8301904" y="4452509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258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8576653" y="4450032"/>
            <a:ext cx="228600" cy="241297"/>
          </a:xfrm>
          <a:custGeom>
            <a:avLst/>
            <a:gdLst/>
            <a:ahLst/>
            <a:cxnLst/>
            <a:rect r="r" b="b" t="t" l="l"/>
            <a:pathLst>
              <a:path h="241297" w="228600">
                <a:moveTo>
                  <a:pt x="0" y="0"/>
                </a:moveTo>
                <a:lnTo>
                  <a:pt x="228600" y="0"/>
                </a:lnTo>
                <a:lnTo>
                  <a:pt x="2286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260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10093985" y="4449890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62">
              <a:extLst>
                <a:ext uri="{96DAC541-7B7A-43D3-8B79-37D633B846F1}">
                  <asvg:svgBlip xmlns:asvg="http://schemas.microsoft.com/office/drawing/2016/SVG/main" r:embed="rId2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10365315" y="4449089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6" y="0"/>
                </a:lnTo>
                <a:lnTo>
                  <a:pt x="24129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64">
              <a:extLst>
                <a:ext uri="{96DAC541-7B7A-43D3-8B79-37D633B846F1}">
                  <asvg:svgBlip xmlns:asvg="http://schemas.microsoft.com/office/drawing/2016/SVG/main" r:embed="rId2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0" id="150"/>
          <p:cNvSpPr/>
          <p:nvPr/>
        </p:nvSpPr>
        <p:spPr>
          <a:xfrm flipH="false" flipV="false" rot="0">
            <a:off x="5875992" y="4821631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6" y="0"/>
                </a:lnTo>
                <a:lnTo>
                  <a:pt x="24129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66">
              <a:extLst>
                <a:ext uri="{96DAC541-7B7A-43D3-8B79-37D633B846F1}">
                  <asvg:svgBlip xmlns:asvg="http://schemas.microsoft.com/office/drawing/2016/SVG/main" r:embed="rId2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6138977" y="4820964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68">
              <a:extLst>
                <a:ext uri="{96DAC541-7B7A-43D3-8B79-37D633B846F1}">
                  <asvg:svgBlip xmlns:asvg="http://schemas.microsoft.com/office/drawing/2016/SVG/main" r:embed="rId2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6409887" y="4831985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270">
              <a:extLst>
                <a:ext uri="{96DAC541-7B7A-43D3-8B79-37D633B846F1}">
                  <asvg:svgBlip xmlns:asvg="http://schemas.microsoft.com/office/drawing/2016/SVG/main" r:embed="rId2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6674691" y="4821231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72">
              <a:extLst>
                <a:ext uri="{96DAC541-7B7A-43D3-8B79-37D633B846F1}">
                  <asvg:svgBlip xmlns:asvg="http://schemas.microsoft.com/office/drawing/2016/SVG/main" r:embed="rId2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6938162" y="4821765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74">
              <a:extLst>
                <a:ext uri="{96DAC541-7B7A-43D3-8B79-37D633B846F1}">
                  <asvg:svgBlip xmlns:asvg="http://schemas.microsoft.com/office/drawing/2016/SVG/main" r:embed="rId2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7210025" y="4821631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76">
              <a:extLst>
                <a:ext uri="{96DAC541-7B7A-43D3-8B79-37D633B846F1}">
                  <asvg:svgBlip xmlns:asvg="http://schemas.microsoft.com/office/drawing/2016/SVG/main" r:embed="rId2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7471362" y="482149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78">
              <a:extLst>
                <a:ext uri="{96DAC541-7B7A-43D3-8B79-37D633B846F1}">
                  <asvg:svgBlip xmlns:asvg="http://schemas.microsoft.com/office/drawing/2016/SVG/main" r:embed="rId2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5889298" y="2650407"/>
            <a:ext cx="234953" cy="234953"/>
          </a:xfrm>
          <a:custGeom>
            <a:avLst/>
            <a:gdLst/>
            <a:ahLst/>
            <a:cxnLst/>
            <a:rect r="r" b="b" t="t" l="l"/>
            <a:pathLst>
              <a:path h="234953" w="234953">
                <a:moveTo>
                  <a:pt x="0" y="0"/>
                </a:moveTo>
                <a:lnTo>
                  <a:pt x="234953" y="0"/>
                </a:lnTo>
                <a:lnTo>
                  <a:pt x="234953" y="234954"/>
                </a:lnTo>
                <a:lnTo>
                  <a:pt x="0" y="234954"/>
                </a:lnTo>
                <a:lnTo>
                  <a:pt x="0" y="0"/>
                </a:lnTo>
                <a:close/>
              </a:path>
            </a:pathLst>
          </a:custGeom>
          <a:blipFill>
            <a:blip r:embed="rId280">
              <a:extLst>
                <a:ext uri="{96DAC541-7B7A-43D3-8B79-37D633B846F1}">
                  <asvg:svgBlip xmlns:asvg="http://schemas.microsoft.com/office/drawing/2016/SVG/main" r:embed="rId2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8" id="158"/>
          <p:cNvSpPr/>
          <p:nvPr/>
        </p:nvSpPr>
        <p:spPr>
          <a:xfrm flipH="false" flipV="false" rot="0">
            <a:off x="6144111" y="2639254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82">
              <a:extLst>
                <a:ext uri="{96DAC541-7B7A-43D3-8B79-37D633B846F1}">
                  <asvg:svgBlip xmlns:asvg="http://schemas.microsoft.com/office/drawing/2016/SVG/main" r:embed="rId2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9" id="159"/>
          <p:cNvSpPr/>
          <p:nvPr/>
        </p:nvSpPr>
        <p:spPr>
          <a:xfrm flipH="false" flipV="false" rot="0">
            <a:off x="6407620" y="263898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84">
              <a:extLst>
                <a:ext uri="{96DAC541-7B7A-43D3-8B79-37D633B846F1}">
                  <asvg:svgBlip xmlns:asvg="http://schemas.microsoft.com/office/drawing/2016/SVG/main" r:embed="rId2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0" id="160"/>
          <p:cNvSpPr/>
          <p:nvPr/>
        </p:nvSpPr>
        <p:spPr>
          <a:xfrm flipH="false" flipV="false" rot="0">
            <a:off x="6677863" y="2641740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286">
              <a:extLst>
                <a:ext uri="{96DAC541-7B7A-43D3-8B79-37D633B846F1}">
                  <asvg:svgBlip xmlns:asvg="http://schemas.microsoft.com/office/drawing/2016/SVG/main" r:embed="rId2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1" id="161"/>
          <p:cNvSpPr/>
          <p:nvPr/>
        </p:nvSpPr>
        <p:spPr>
          <a:xfrm flipH="false" flipV="false" rot="0">
            <a:off x="6946535" y="2639254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88">
              <a:extLst>
                <a:ext uri="{96DAC541-7B7A-43D3-8B79-37D633B846F1}">
                  <asvg:svgBlip xmlns:asvg="http://schemas.microsoft.com/office/drawing/2016/SVG/main" r:embed="rId28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2" id="162"/>
          <p:cNvGrpSpPr/>
          <p:nvPr/>
        </p:nvGrpSpPr>
        <p:grpSpPr>
          <a:xfrm rot="0">
            <a:off x="7207891" y="2656246"/>
            <a:ext cx="247650" cy="228600"/>
            <a:chOff x="14417446" y="5314554"/>
            <a:chExt cx="491973" cy="453072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1" y="2"/>
              <a:ext cx="491972" cy="453060"/>
            </a:xfrm>
            <a:custGeom>
              <a:avLst/>
              <a:gdLst/>
              <a:ahLst/>
              <a:cxnLst/>
              <a:rect r="r" b="b" t="t" l="l"/>
              <a:pathLst>
                <a:path h="453060" w="491972">
                  <a:moveTo>
                    <a:pt x="101269" y="0"/>
                  </a:moveTo>
                  <a:lnTo>
                    <a:pt x="101269" y="39447"/>
                  </a:lnTo>
                  <a:lnTo>
                    <a:pt x="232396" y="39447"/>
                  </a:lnTo>
                  <a:cubicBezTo>
                    <a:pt x="233463" y="59691"/>
                    <a:pt x="235596" y="83147"/>
                    <a:pt x="239331" y="107671"/>
                  </a:cubicBezTo>
                  <a:lnTo>
                    <a:pt x="215873" y="103938"/>
                  </a:lnTo>
                  <a:cubicBezTo>
                    <a:pt x="183362" y="253188"/>
                    <a:pt x="117791" y="360325"/>
                    <a:pt x="0" y="421615"/>
                  </a:cubicBezTo>
                  <a:cubicBezTo>
                    <a:pt x="10655" y="428550"/>
                    <a:pt x="28244" y="445072"/>
                    <a:pt x="35711" y="453060"/>
                  </a:cubicBezTo>
                  <a:cubicBezTo>
                    <a:pt x="141782" y="390703"/>
                    <a:pt x="208939" y="293688"/>
                    <a:pt x="248386" y="155639"/>
                  </a:cubicBezTo>
                  <a:cubicBezTo>
                    <a:pt x="272375" y="256376"/>
                    <a:pt x="328879" y="373114"/>
                    <a:pt x="459993" y="452527"/>
                  </a:cubicBezTo>
                  <a:cubicBezTo>
                    <a:pt x="466928" y="442939"/>
                    <a:pt x="482916" y="425882"/>
                    <a:pt x="491971" y="419481"/>
                  </a:cubicBezTo>
                  <a:cubicBezTo>
                    <a:pt x="283030" y="295288"/>
                    <a:pt x="270775" y="94349"/>
                    <a:pt x="270775" y="0"/>
                  </a:cubicBezTo>
                  <a:lnTo>
                    <a:pt x="10126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4" id="164"/>
          <p:cNvSpPr/>
          <p:nvPr/>
        </p:nvSpPr>
        <p:spPr>
          <a:xfrm flipH="false" flipV="false" rot="0">
            <a:off x="7476134" y="2658913"/>
            <a:ext cx="241297" cy="228600"/>
          </a:xfrm>
          <a:custGeom>
            <a:avLst/>
            <a:gdLst/>
            <a:ahLst/>
            <a:cxnLst/>
            <a:rect r="r" b="b" t="t" l="l"/>
            <a:pathLst>
              <a:path h="228600" w="241297">
                <a:moveTo>
                  <a:pt x="0" y="0"/>
                </a:moveTo>
                <a:lnTo>
                  <a:pt x="241297" y="0"/>
                </a:lnTo>
                <a:lnTo>
                  <a:pt x="241297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90">
              <a:extLst>
                <a:ext uri="{96DAC541-7B7A-43D3-8B79-37D633B846F1}">
                  <asvg:svgBlip xmlns:asvg="http://schemas.microsoft.com/office/drawing/2016/SVG/main" r:embed="rId2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5" id="165"/>
          <p:cNvSpPr/>
          <p:nvPr/>
        </p:nvSpPr>
        <p:spPr>
          <a:xfrm flipH="false" flipV="false" rot="0">
            <a:off x="7742158" y="263925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92">
              <a:extLst>
                <a:ext uri="{96DAC541-7B7A-43D3-8B79-37D633B846F1}">
                  <asvg:svgBlip xmlns:asvg="http://schemas.microsoft.com/office/drawing/2016/SVG/main" r:embed="rId2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6" id="166"/>
          <p:cNvSpPr/>
          <p:nvPr/>
        </p:nvSpPr>
        <p:spPr>
          <a:xfrm flipH="false" flipV="false" rot="0">
            <a:off x="8003096" y="263898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94">
              <a:extLst>
                <a:ext uri="{96DAC541-7B7A-43D3-8B79-37D633B846F1}">
                  <asvg:svgBlip xmlns:asvg="http://schemas.microsoft.com/office/drawing/2016/SVG/main" r:embed="rId2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7" id="167"/>
          <p:cNvSpPr/>
          <p:nvPr/>
        </p:nvSpPr>
        <p:spPr>
          <a:xfrm flipH="false" flipV="false" rot="0">
            <a:off x="8271967" y="2658647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96">
              <a:extLst>
                <a:ext uri="{96DAC541-7B7A-43D3-8B79-37D633B846F1}">
                  <asvg:svgBlip xmlns:asvg="http://schemas.microsoft.com/office/drawing/2016/SVG/main" r:embed="rId29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8" id="168"/>
          <p:cNvGrpSpPr/>
          <p:nvPr/>
        </p:nvGrpSpPr>
        <p:grpSpPr>
          <a:xfrm rot="0">
            <a:off x="9277036" y="2720788"/>
            <a:ext cx="57150" cy="95250"/>
            <a:chOff x="18559259" y="5445676"/>
            <a:chExt cx="103937" cy="182296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-5"/>
              <a:ext cx="103936" cy="182296"/>
            </a:xfrm>
            <a:custGeom>
              <a:avLst/>
              <a:gdLst/>
              <a:ahLst/>
              <a:cxnLst/>
              <a:rect r="r" b="b" t="t" l="l"/>
              <a:pathLst>
                <a:path h="182296" w="103936">
                  <a:moveTo>
                    <a:pt x="11722" y="182296"/>
                  </a:moveTo>
                  <a:cubicBezTo>
                    <a:pt x="67691" y="162573"/>
                    <a:pt x="103936" y="118872"/>
                    <a:pt x="103936" y="61303"/>
                  </a:cubicBezTo>
                  <a:cubicBezTo>
                    <a:pt x="103936" y="23990"/>
                    <a:pt x="87948" y="0"/>
                    <a:pt x="58635" y="0"/>
                  </a:cubicBezTo>
                  <a:cubicBezTo>
                    <a:pt x="36779" y="0"/>
                    <a:pt x="18123" y="13335"/>
                    <a:pt x="18123" y="38379"/>
                  </a:cubicBezTo>
                  <a:cubicBezTo>
                    <a:pt x="18123" y="63436"/>
                    <a:pt x="36246" y="76225"/>
                    <a:pt x="58102" y="76225"/>
                  </a:cubicBezTo>
                  <a:cubicBezTo>
                    <a:pt x="61303" y="76225"/>
                    <a:pt x="63957" y="76225"/>
                    <a:pt x="67157" y="75692"/>
                  </a:cubicBezTo>
                  <a:cubicBezTo>
                    <a:pt x="64491" y="111938"/>
                    <a:pt x="41046" y="136995"/>
                    <a:pt x="0" y="154051"/>
                  </a:cubicBezTo>
                  <a:lnTo>
                    <a:pt x="11722" y="18229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0" id="170"/>
          <p:cNvSpPr/>
          <p:nvPr/>
        </p:nvSpPr>
        <p:spPr>
          <a:xfrm flipH="false" flipV="false" rot="0">
            <a:off x="9451210" y="2639387"/>
            <a:ext cx="234953" cy="247650"/>
          </a:xfrm>
          <a:custGeom>
            <a:avLst/>
            <a:gdLst/>
            <a:ahLst/>
            <a:cxnLst/>
            <a:rect r="r" b="b" t="t" l="l"/>
            <a:pathLst>
              <a:path h="247650" w="234953">
                <a:moveTo>
                  <a:pt x="0" y="0"/>
                </a:moveTo>
                <a:lnTo>
                  <a:pt x="234953" y="0"/>
                </a:lnTo>
                <a:lnTo>
                  <a:pt x="23495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98">
              <a:extLst>
                <a:ext uri="{96DAC541-7B7A-43D3-8B79-37D633B846F1}">
                  <asvg:svgBlip xmlns:asvg="http://schemas.microsoft.com/office/drawing/2016/SVG/main" r:embed="rId2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1" id="171"/>
          <p:cNvSpPr/>
          <p:nvPr/>
        </p:nvSpPr>
        <p:spPr>
          <a:xfrm flipH="false" flipV="false" rot="0">
            <a:off x="9713281" y="2637920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00">
              <a:extLst>
                <a:ext uri="{96DAC541-7B7A-43D3-8B79-37D633B846F1}">
                  <asvg:svgBlip xmlns:asvg="http://schemas.microsoft.com/office/drawing/2016/SVG/main" r:embed="rId3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9994249" y="2639263"/>
            <a:ext cx="228600" cy="241297"/>
          </a:xfrm>
          <a:custGeom>
            <a:avLst/>
            <a:gdLst/>
            <a:ahLst/>
            <a:cxnLst/>
            <a:rect r="r" b="b" t="t" l="l"/>
            <a:pathLst>
              <a:path h="241297" w="228600">
                <a:moveTo>
                  <a:pt x="0" y="0"/>
                </a:moveTo>
                <a:lnTo>
                  <a:pt x="228600" y="0"/>
                </a:lnTo>
                <a:lnTo>
                  <a:pt x="228600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302">
              <a:extLst>
                <a:ext uri="{96DAC541-7B7A-43D3-8B79-37D633B846F1}">
                  <asvg:svgBlip xmlns:asvg="http://schemas.microsoft.com/office/drawing/2016/SVG/main" r:embed="rId3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10257472" y="2638568"/>
            <a:ext cx="234953" cy="241297"/>
          </a:xfrm>
          <a:custGeom>
            <a:avLst/>
            <a:gdLst/>
            <a:ahLst/>
            <a:cxnLst/>
            <a:rect r="r" b="b" t="t" l="l"/>
            <a:pathLst>
              <a:path h="241297" w="234953">
                <a:moveTo>
                  <a:pt x="0" y="0"/>
                </a:moveTo>
                <a:lnTo>
                  <a:pt x="234954" y="0"/>
                </a:lnTo>
                <a:lnTo>
                  <a:pt x="234954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304">
              <a:extLst>
                <a:ext uri="{96DAC541-7B7A-43D3-8B79-37D633B846F1}">
                  <asvg:svgBlip xmlns:asvg="http://schemas.microsoft.com/office/drawing/2016/SVG/main" r:embed="rId3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10529030" y="2651074"/>
            <a:ext cx="222247" cy="234953"/>
          </a:xfrm>
          <a:custGeom>
            <a:avLst/>
            <a:gdLst/>
            <a:ahLst/>
            <a:cxnLst/>
            <a:rect r="r" b="b" t="t" l="l"/>
            <a:pathLst>
              <a:path h="234953" w="222247">
                <a:moveTo>
                  <a:pt x="0" y="0"/>
                </a:moveTo>
                <a:lnTo>
                  <a:pt x="222247" y="0"/>
                </a:lnTo>
                <a:lnTo>
                  <a:pt x="22224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306">
              <a:extLst>
                <a:ext uri="{96DAC541-7B7A-43D3-8B79-37D633B846F1}">
                  <asvg:svgBlip xmlns:asvg="http://schemas.microsoft.com/office/drawing/2016/SVG/main" r:embed="rId3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5887784" y="3010595"/>
            <a:ext cx="222247" cy="247650"/>
          </a:xfrm>
          <a:custGeom>
            <a:avLst/>
            <a:gdLst/>
            <a:ahLst/>
            <a:cxnLst/>
            <a:rect r="r" b="b" t="t" l="l"/>
            <a:pathLst>
              <a:path h="247650" w="222247">
                <a:moveTo>
                  <a:pt x="0" y="0"/>
                </a:moveTo>
                <a:lnTo>
                  <a:pt x="222246" y="0"/>
                </a:lnTo>
                <a:lnTo>
                  <a:pt x="222246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08">
              <a:extLst>
                <a:ext uri="{96DAC541-7B7A-43D3-8B79-37D633B846F1}">
                  <asvg:svgBlip xmlns:asvg="http://schemas.microsoft.com/office/drawing/2016/SVG/main" r:embed="rId3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6141244" y="3010462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0">
              <a:extLst>
                <a:ext uri="{96DAC541-7B7A-43D3-8B79-37D633B846F1}">
                  <asvg:svgBlip xmlns:asvg="http://schemas.microsoft.com/office/drawing/2016/SVG/main" r:embed="rId3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7587482" y="3010862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2">
              <a:extLst>
                <a:ext uri="{96DAC541-7B7A-43D3-8B79-37D633B846F1}">
                  <asvg:svgBlip xmlns:asvg="http://schemas.microsoft.com/office/drawing/2016/SVG/main" r:embed="rId3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7857858" y="301032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4">
              <a:extLst>
                <a:ext uri="{96DAC541-7B7A-43D3-8B79-37D633B846F1}">
                  <asvg:svgBlip xmlns:asvg="http://schemas.microsoft.com/office/drawing/2016/SVG/main" r:embed="rId3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9" id="179"/>
          <p:cNvGrpSpPr/>
          <p:nvPr/>
        </p:nvGrpSpPr>
        <p:grpSpPr>
          <a:xfrm rot="0">
            <a:off x="8129035" y="3015729"/>
            <a:ext cx="241297" cy="228600"/>
            <a:chOff x="16261903" y="6033519"/>
            <a:chExt cx="474917" cy="45306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2" y="-3"/>
              <a:ext cx="474917" cy="453073"/>
            </a:xfrm>
            <a:custGeom>
              <a:avLst/>
              <a:gdLst/>
              <a:ahLst/>
              <a:cxnLst/>
              <a:rect r="r" b="b" t="t" l="l"/>
              <a:pathLst>
                <a:path h="453073" w="474917">
                  <a:moveTo>
                    <a:pt x="240385" y="413627"/>
                  </a:moveTo>
                  <a:lnTo>
                    <a:pt x="240385" y="202553"/>
                  </a:lnTo>
                  <a:lnTo>
                    <a:pt x="438671" y="202553"/>
                  </a:lnTo>
                  <a:lnTo>
                    <a:pt x="438671" y="163107"/>
                  </a:lnTo>
                  <a:lnTo>
                    <a:pt x="240385" y="163107"/>
                  </a:lnTo>
                  <a:lnTo>
                    <a:pt x="240385" y="0"/>
                  </a:lnTo>
                  <a:lnTo>
                    <a:pt x="198819" y="0"/>
                  </a:lnTo>
                  <a:lnTo>
                    <a:pt x="198819" y="413627"/>
                  </a:lnTo>
                  <a:lnTo>
                    <a:pt x="0" y="413627"/>
                  </a:lnTo>
                  <a:lnTo>
                    <a:pt x="0" y="453073"/>
                  </a:lnTo>
                  <a:lnTo>
                    <a:pt x="474917" y="453073"/>
                  </a:lnTo>
                  <a:lnTo>
                    <a:pt x="474917" y="413627"/>
                  </a:lnTo>
                  <a:lnTo>
                    <a:pt x="240385" y="413627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8395430" y="3029588"/>
            <a:ext cx="241297" cy="228600"/>
            <a:chOff x="16796840" y="6064433"/>
            <a:chExt cx="470649" cy="446672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3" y="-5"/>
              <a:ext cx="470649" cy="446672"/>
            </a:xfrm>
            <a:custGeom>
              <a:avLst/>
              <a:gdLst/>
              <a:ahLst/>
              <a:cxnLst/>
              <a:rect r="r" b="b" t="t" l="l"/>
              <a:pathLst>
                <a:path h="446672" w="470649">
                  <a:moveTo>
                    <a:pt x="470649" y="39446"/>
                  </a:moveTo>
                  <a:lnTo>
                    <a:pt x="470649" y="0"/>
                  </a:lnTo>
                  <a:lnTo>
                    <a:pt x="0" y="0"/>
                  </a:lnTo>
                  <a:lnTo>
                    <a:pt x="0" y="39446"/>
                  </a:lnTo>
                  <a:lnTo>
                    <a:pt x="203606" y="39446"/>
                  </a:lnTo>
                  <a:lnTo>
                    <a:pt x="203606" y="446672"/>
                  </a:lnTo>
                  <a:lnTo>
                    <a:pt x="245719" y="446672"/>
                  </a:lnTo>
                  <a:lnTo>
                    <a:pt x="245719" y="166307"/>
                  </a:lnTo>
                  <a:cubicBezTo>
                    <a:pt x="306476" y="198819"/>
                    <a:pt x="377901" y="242532"/>
                    <a:pt x="414147" y="272377"/>
                  </a:cubicBezTo>
                  <a:lnTo>
                    <a:pt x="441871" y="236664"/>
                  </a:lnTo>
                  <a:cubicBezTo>
                    <a:pt x="399757" y="204686"/>
                    <a:pt x="316077" y="156718"/>
                    <a:pt x="252641" y="126327"/>
                  </a:cubicBezTo>
                  <a:lnTo>
                    <a:pt x="245719" y="134328"/>
                  </a:lnTo>
                  <a:lnTo>
                    <a:pt x="245719" y="39446"/>
                  </a:lnTo>
                  <a:lnTo>
                    <a:pt x="470649" y="394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83" id="183"/>
          <p:cNvSpPr/>
          <p:nvPr/>
        </p:nvSpPr>
        <p:spPr>
          <a:xfrm flipH="false" flipV="false" rot="0">
            <a:off x="8658930" y="300952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6">
              <a:extLst>
                <a:ext uri="{96DAC541-7B7A-43D3-8B79-37D633B846F1}">
                  <asvg:svgBlip xmlns:asvg="http://schemas.microsoft.com/office/drawing/2016/SVG/main" r:embed="rId3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4" id="184"/>
          <p:cNvSpPr/>
          <p:nvPr/>
        </p:nvSpPr>
        <p:spPr>
          <a:xfrm flipH="false" flipV="false" rot="0">
            <a:off x="8928240" y="3010995"/>
            <a:ext cx="241297" cy="247650"/>
          </a:xfrm>
          <a:custGeom>
            <a:avLst/>
            <a:gdLst/>
            <a:ahLst/>
            <a:cxnLst/>
            <a:rect r="r" b="b" t="t" l="l"/>
            <a:pathLst>
              <a:path h="247650" w="241297">
                <a:moveTo>
                  <a:pt x="0" y="0"/>
                </a:moveTo>
                <a:lnTo>
                  <a:pt x="241297" y="0"/>
                </a:lnTo>
                <a:lnTo>
                  <a:pt x="241297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8">
              <a:extLst>
                <a:ext uri="{96DAC541-7B7A-43D3-8B79-37D633B846F1}">
                  <asvg:svgBlip xmlns:asvg="http://schemas.microsoft.com/office/drawing/2016/SVG/main" r:embed="rId3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5" id="185"/>
          <p:cNvSpPr/>
          <p:nvPr/>
        </p:nvSpPr>
        <p:spPr>
          <a:xfrm flipH="false" flipV="false" rot="0">
            <a:off x="9190663" y="3010462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20">
              <a:extLst>
                <a:ext uri="{96DAC541-7B7A-43D3-8B79-37D633B846F1}">
                  <asvg:svgBlip xmlns:asvg="http://schemas.microsoft.com/office/drawing/2016/SVG/main" r:embed="rId3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6" id="186"/>
          <p:cNvSpPr/>
          <p:nvPr/>
        </p:nvSpPr>
        <p:spPr>
          <a:xfrm flipH="false" flipV="false" rot="0">
            <a:off x="9460906" y="3013215"/>
            <a:ext cx="241297" cy="234953"/>
          </a:xfrm>
          <a:custGeom>
            <a:avLst/>
            <a:gdLst/>
            <a:ahLst/>
            <a:cxnLst/>
            <a:rect r="r" b="b" t="t" l="l"/>
            <a:pathLst>
              <a:path h="234953" w="241297">
                <a:moveTo>
                  <a:pt x="0" y="0"/>
                </a:moveTo>
                <a:lnTo>
                  <a:pt x="241297" y="0"/>
                </a:lnTo>
                <a:lnTo>
                  <a:pt x="241297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322">
              <a:extLst>
                <a:ext uri="{96DAC541-7B7A-43D3-8B79-37D633B846F1}">
                  <asvg:svgBlip xmlns:asvg="http://schemas.microsoft.com/office/drawing/2016/SVG/main" r:embed="rId3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7" id="187"/>
          <p:cNvSpPr/>
          <p:nvPr/>
        </p:nvSpPr>
        <p:spPr>
          <a:xfrm flipH="false" flipV="false" rot="0">
            <a:off x="9724530" y="3010862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24">
              <a:extLst>
                <a:ext uri="{96DAC541-7B7A-43D3-8B79-37D633B846F1}">
                  <asvg:svgBlip xmlns:asvg="http://schemas.microsoft.com/office/drawing/2016/SVG/main" r:embed="rId3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8" id="188"/>
          <p:cNvSpPr/>
          <p:nvPr/>
        </p:nvSpPr>
        <p:spPr>
          <a:xfrm flipH="false" flipV="false" rot="0">
            <a:off x="9989068" y="301032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26">
              <a:extLst>
                <a:ext uri="{96DAC541-7B7A-43D3-8B79-37D633B846F1}">
                  <asvg:svgBlip xmlns:asvg="http://schemas.microsoft.com/office/drawing/2016/SVG/main" r:embed="rId3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9" id="189"/>
          <p:cNvSpPr/>
          <p:nvPr/>
        </p:nvSpPr>
        <p:spPr>
          <a:xfrm flipH="false" flipV="false" rot="0">
            <a:off x="12278544" y="4460510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328">
              <a:extLst>
                <a:ext uri="{96DAC541-7B7A-43D3-8B79-37D633B846F1}">
                  <asvg:svgBlip xmlns:asvg="http://schemas.microsoft.com/office/drawing/2016/SVG/main" r:embed="rId3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0" id="190"/>
          <p:cNvSpPr/>
          <p:nvPr/>
        </p:nvSpPr>
        <p:spPr>
          <a:xfrm flipH="false" flipV="false" rot="0">
            <a:off x="12543349" y="44497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30">
              <a:extLst>
                <a:ext uri="{96DAC541-7B7A-43D3-8B79-37D633B846F1}">
                  <asvg:svgBlip xmlns:asvg="http://schemas.microsoft.com/office/drawing/2016/SVG/main" r:embed="rId3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1" id="191"/>
          <p:cNvSpPr/>
          <p:nvPr/>
        </p:nvSpPr>
        <p:spPr>
          <a:xfrm flipH="false" flipV="false" rot="0">
            <a:off x="12806810" y="445029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32">
              <a:extLst>
                <a:ext uri="{96DAC541-7B7A-43D3-8B79-37D633B846F1}">
                  <asvg:svgBlip xmlns:asvg="http://schemas.microsoft.com/office/drawing/2016/SVG/main" r:embed="rId3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2" id="192"/>
          <p:cNvSpPr/>
          <p:nvPr/>
        </p:nvSpPr>
        <p:spPr>
          <a:xfrm flipH="false" flipV="false" rot="0">
            <a:off x="13077882" y="44492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34">
              <a:extLst>
                <a:ext uri="{96DAC541-7B7A-43D3-8B79-37D633B846F1}">
                  <asvg:svgBlip xmlns:asvg="http://schemas.microsoft.com/office/drawing/2016/SVG/main" r:embed="rId3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3" id="193"/>
          <p:cNvSpPr/>
          <p:nvPr/>
        </p:nvSpPr>
        <p:spPr>
          <a:xfrm flipH="false" flipV="false" rot="0">
            <a:off x="13341877" y="4450423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36">
              <a:extLst>
                <a:ext uri="{96DAC541-7B7A-43D3-8B79-37D633B846F1}">
                  <asvg:svgBlip xmlns:asvg="http://schemas.microsoft.com/office/drawing/2016/SVG/main" r:embed="rId3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4" id="194"/>
          <p:cNvSpPr/>
          <p:nvPr/>
        </p:nvSpPr>
        <p:spPr>
          <a:xfrm flipH="false" flipV="false" rot="0">
            <a:off x="13610415" y="44493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38">
              <a:extLst>
                <a:ext uri="{96DAC541-7B7A-43D3-8B79-37D633B846F1}">
                  <asvg:svgBlip xmlns:asvg="http://schemas.microsoft.com/office/drawing/2016/SVG/main" r:embed="rId3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5" id="195"/>
          <p:cNvSpPr/>
          <p:nvPr/>
        </p:nvSpPr>
        <p:spPr>
          <a:xfrm flipH="false" flipV="false" rot="0">
            <a:off x="13874810" y="4449356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40">
              <a:extLst>
                <a:ext uri="{96DAC541-7B7A-43D3-8B79-37D633B846F1}">
                  <asvg:svgBlip xmlns:asvg="http://schemas.microsoft.com/office/drawing/2016/SVG/main" r:embed="rId3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6" id="196"/>
          <p:cNvSpPr/>
          <p:nvPr/>
        </p:nvSpPr>
        <p:spPr>
          <a:xfrm flipH="false" flipV="false" rot="0">
            <a:off x="12278544" y="6258296"/>
            <a:ext cx="247650" cy="234953"/>
          </a:xfrm>
          <a:custGeom>
            <a:avLst/>
            <a:gdLst/>
            <a:ahLst/>
            <a:cxnLst/>
            <a:rect r="r" b="b" t="t" l="l"/>
            <a:pathLst>
              <a:path h="234953" w="247650">
                <a:moveTo>
                  <a:pt x="0" y="0"/>
                </a:moveTo>
                <a:lnTo>
                  <a:pt x="247650" y="0"/>
                </a:lnTo>
                <a:lnTo>
                  <a:pt x="247650" y="234954"/>
                </a:lnTo>
                <a:lnTo>
                  <a:pt x="0" y="234954"/>
                </a:lnTo>
                <a:lnTo>
                  <a:pt x="0" y="0"/>
                </a:lnTo>
                <a:close/>
              </a:path>
            </a:pathLst>
          </a:custGeom>
          <a:blipFill>
            <a:blip r:embed="rId342">
              <a:extLst>
                <a:ext uri="{96DAC541-7B7A-43D3-8B79-37D633B846F1}">
                  <asvg:svgBlip xmlns:asvg="http://schemas.microsoft.com/office/drawing/2016/SVG/main" r:embed="rId3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7" id="197"/>
          <p:cNvGrpSpPr/>
          <p:nvPr/>
        </p:nvGrpSpPr>
        <p:grpSpPr>
          <a:xfrm rot="0">
            <a:off x="12543472" y="6247543"/>
            <a:ext cx="247650" cy="247650"/>
            <a:chOff x="25092348" y="12500216"/>
            <a:chExt cx="484518" cy="485051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-5" y="0"/>
              <a:ext cx="484518" cy="485051"/>
            </a:xfrm>
            <a:custGeom>
              <a:avLst/>
              <a:gdLst/>
              <a:ahLst/>
              <a:cxnLst/>
              <a:rect r="r" b="b" t="t" l="l"/>
              <a:pathLst>
                <a:path h="485051" w="484518">
                  <a:moveTo>
                    <a:pt x="475984" y="191884"/>
                  </a:moveTo>
                  <a:lnTo>
                    <a:pt x="475984" y="151384"/>
                  </a:lnTo>
                  <a:lnTo>
                    <a:pt x="255854" y="151384"/>
                  </a:lnTo>
                  <a:cubicBezTo>
                    <a:pt x="263322" y="95415"/>
                    <a:pt x="263855" y="42647"/>
                    <a:pt x="264389" y="0"/>
                  </a:cubicBezTo>
                  <a:lnTo>
                    <a:pt x="221742" y="0"/>
                  </a:lnTo>
                  <a:cubicBezTo>
                    <a:pt x="221208" y="42113"/>
                    <a:pt x="221742" y="95415"/>
                    <a:pt x="213741" y="151384"/>
                  </a:cubicBezTo>
                  <a:lnTo>
                    <a:pt x="10668" y="151384"/>
                  </a:lnTo>
                  <a:lnTo>
                    <a:pt x="10668" y="191884"/>
                  </a:lnTo>
                  <a:lnTo>
                    <a:pt x="207353" y="191884"/>
                  </a:lnTo>
                  <a:cubicBezTo>
                    <a:pt x="185496" y="292633"/>
                    <a:pt x="132194" y="394970"/>
                    <a:pt x="0" y="452539"/>
                  </a:cubicBezTo>
                  <a:cubicBezTo>
                    <a:pt x="11201" y="460527"/>
                    <a:pt x="23989" y="474383"/>
                    <a:pt x="29857" y="485051"/>
                  </a:cubicBezTo>
                  <a:cubicBezTo>
                    <a:pt x="159372" y="425882"/>
                    <a:pt x="216942" y="323545"/>
                    <a:pt x="242531" y="221209"/>
                  </a:cubicBezTo>
                  <a:cubicBezTo>
                    <a:pt x="284632" y="342201"/>
                    <a:pt x="352335" y="436537"/>
                    <a:pt x="454673" y="485051"/>
                  </a:cubicBezTo>
                  <a:cubicBezTo>
                    <a:pt x="461606" y="473317"/>
                    <a:pt x="474917" y="456794"/>
                    <a:pt x="484518" y="447738"/>
                  </a:cubicBezTo>
                  <a:cubicBezTo>
                    <a:pt x="381648" y="405625"/>
                    <a:pt x="312356" y="309156"/>
                    <a:pt x="275044" y="191884"/>
                  </a:cubicBezTo>
                  <a:lnTo>
                    <a:pt x="475984" y="1918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99" id="199"/>
          <p:cNvSpPr/>
          <p:nvPr/>
        </p:nvSpPr>
        <p:spPr>
          <a:xfrm flipH="false" flipV="false" rot="0">
            <a:off x="14949173" y="6287243"/>
            <a:ext cx="44453" cy="171450"/>
          </a:xfrm>
          <a:custGeom>
            <a:avLst/>
            <a:gdLst/>
            <a:ahLst/>
            <a:cxnLst/>
            <a:rect r="r" b="b" t="t" l="l"/>
            <a:pathLst>
              <a:path h="171450" w="44453">
                <a:moveTo>
                  <a:pt x="0" y="0"/>
                </a:moveTo>
                <a:lnTo>
                  <a:pt x="44453" y="0"/>
                </a:lnTo>
                <a:lnTo>
                  <a:pt x="44453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344">
              <a:extLst>
                <a:ext uri="{96DAC541-7B7A-43D3-8B79-37D633B846F1}">
                  <asvg:svgBlip xmlns:asvg="http://schemas.microsoft.com/office/drawing/2016/SVG/main" r:embed="rId3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0" id="200"/>
          <p:cNvSpPr/>
          <p:nvPr/>
        </p:nvSpPr>
        <p:spPr>
          <a:xfrm flipH="false" flipV="false" rot="0">
            <a:off x="12283564" y="6630438"/>
            <a:ext cx="234953" cy="234953"/>
          </a:xfrm>
          <a:custGeom>
            <a:avLst/>
            <a:gdLst/>
            <a:ahLst/>
            <a:cxnLst/>
            <a:rect r="r" b="b" t="t" l="l"/>
            <a:pathLst>
              <a:path h="234953" w="234953">
                <a:moveTo>
                  <a:pt x="0" y="0"/>
                </a:moveTo>
                <a:lnTo>
                  <a:pt x="234953" y="0"/>
                </a:lnTo>
                <a:lnTo>
                  <a:pt x="234953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346">
              <a:extLst>
                <a:ext uri="{96DAC541-7B7A-43D3-8B79-37D633B846F1}">
                  <asvg:svgBlip xmlns:asvg="http://schemas.microsoft.com/office/drawing/2016/SVG/main" r:embed="rId3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1" id="201"/>
          <p:cNvSpPr/>
          <p:nvPr/>
        </p:nvSpPr>
        <p:spPr>
          <a:xfrm flipH="false" flipV="false" rot="0">
            <a:off x="12542682" y="661888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48">
              <a:extLst>
                <a:ext uri="{96DAC541-7B7A-43D3-8B79-37D633B846F1}">
                  <asvg:svgBlip xmlns:asvg="http://schemas.microsoft.com/office/drawing/2016/SVG/main" r:embed="rId3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2" id="202"/>
          <p:cNvSpPr/>
          <p:nvPr/>
        </p:nvSpPr>
        <p:spPr>
          <a:xfrm flipH="false" flipV="false" rot="0">
            <a:off x="12806696" y="6620351"/>
            <a:ext cx="254003" cy="247650"/>
          </a:xfrm>
          <a:custGeom>
            <a:avLst/>
            <a:gdLst/>
            <a:ahLst/>
            <a:cxnLst/>
            <a:rect r="r" b="b" t="t" l="l"/>
            <a:pathLst>
              <a:path h="247650" w="254003">
                <a:moveTo>
                  <a:pt x="0" y="0"/>
                </a:moveTo>
                <a:lnTo>
                  <a:pt x="254003" y="0"/>
                </a:lnTo>
                <a:lnTo>
                  <a:pt x="254003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50">
              <a:extLst>
                <a:ext uri="{96DAC541-7B7A-43D3-8B79-37D633B846F1}">
                  <asvg:svgBlip xmlns:asvg="http://schemas.microsoft.com/office/drawing/2016/SVG/main" r:embed="rId3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3" id="203"/>
          <p:cNvSpPr/>
          <p:nvPr/>
        </p:nvSpPr>
        <p:spPr>
          <a:xfrm flipH="false" flipV="false" rot="0">
            <a:off x="13085264" y="6617818"/>
            <a:ext cx="228600" cy="247650"/>
          </a:xfrm>
          <a:custGeom>
            <a:avLst/>
            <a:gdLst/>
            <a:ahLst/>
            <a:cxnLst/>
            <a:rect r="r" b="b" t="t" l="l"/>
            <a:pathLst>
              <a:path h="247650" w="228600">
                <a:moveTo>
                  <a:pt x="0" y="0"/>
                </a:moveTo>
                <a:lnTo>
                  <a:pt x="228600" y="0"/>
                </a:lnTo>
                <a:lnTo>
                  <a:pt x="2286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52">
              <a:extLst>
                <a:ext uri="{96DAC541-7B7A-43D3-8B79-37D633B846F1}">
                  <asvg:svgBlip xmlns:asvg="http://schemas.microsoft.com/office/drawing/2016/SVG/main" r:embed="rId3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4" id="204"/>
          <p:cNvSpPr/>
          <p:nvPr/>
        </p:nvSpPr>
        <p:spPr>
          <a:xfrm flipH="false" flipV="false" rot="0">
            <a:off x="13339886" y="6618751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54">
              <a:extLst>
                <a:ext uri="{96DAC541-7B7A-43D3-8B79-37D633B846F1}">
                  <asvg:svgBlip xmlns:asvg="http://schemas.microsoft.com/office/drawing/2016/SVG/main" r:embed="rId3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5" id="205"/>
          <p:cNvSpPr/>
          <p:nvPr/>
        </p:nvSpPr>
        <p:spPr>
          <a:xfrm flipH="false" flipV="false" rot="0">
            <a:off x="13610415" y="6618084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56">
              <a:extLst>
                <a:ext uri="{96DAC541-7B7A-43D3-8B79-37D633B846F1}">
                  <asvg:svgBlip xmlns:asvg="http://schemas.microsoft.com/office/drawing/2016/SVG/main" r:embed="rId35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6" id="206"/>
          <p:cNvGrpSpPr/>
          <p:nvPr/>
        </p:nvGrpSpPr>
        <p:grpSpPr>
          <a:xfrm rot="0">
            <a:off x="13875744" y="6636277"/>
            <a:ext cx="247650" cy="228600"/>
            <a:chOff x="27753158" y="13274614"/>
            <a:chExt cx="491973" cy="45307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1" y="-3"/>
              <a:ext cx="491970" cy="453073"/>
            </a:xfrm>
            <a:custGeom>
              <a:avLst/>
              <a:gdLst/>
              <a:ahLst/>
              <a:cxnLst/>
              <a:rect r="r" b="b" t="t" l="l"/>
              <a:pathLst>
                <a:path h="453073" w="491970">
                  <a:moveTo>
                    <a:pt x="101268" y="0"/>
                  </a:moveTo>
                  <a:lnTo>
                    <a:pt x="101268" y="39446"/>
                  </a:lnTo>
                  <a:lnTo>
                    <a:pt x="232408" y="39446"/>
                  </a:lnTo>
                  <a:cubicBezTo>
                    <a:pt x="233477" y="59704"/>
                    <a:pt x="235611" y="83160"/>
                    <a:pt x="239319" y="107671"/>
                  </a:cubicBezTo>
                  <a:lnTo>
                    <a:pt x="215872" y="103937"/>
                  </a:lnTo>
                  <a:cubicBezTo>
                    <a:pt x="183363" y="253188"/>
                    <a:pt x="117804" y="360324"/>
                    <a:pt x="0" y="421627"/>
                  </a:cubicBezTo>
                  <a:cubicBezTo>
                    <a:pt x="10666" y="428549"/>
                    <a:pt x="28243" y="445072"/>
                    <a:pt x="35713" y="453074"/>
                  </a:cubicBezTo>
                  <a:cubicBezTo>
                    <a:pt x="141781" y="390704"/>
                    <a:pt x="208939" y="293700"/>
                    <a:pt x="248385" y="155651"/>
                  </a:cubicBezTo>
                  <a:cubicBezTo>
                    <a:pt x="272390" y="256388"/>
                    <a:pt x="328879" y="373114"/>
                    <a:pt x="459994" y="452540"/>
                  </a:cubicBezTo>
                  <a:cubicBezTo>
                    <a:pt x="466927" y="442938"/>
                    <a:pt x="482929" y="425883"/>
                    <a:pt x="491970" y="419494"/>
                  </a:cubicBezTo>
                  <a:cubicBezTo>
                    <a:pt x="283031" y="295300"/>
                    <a:pt x="270790" y="94348"/>
                    <a:pt x="270790" y="0"/>
                  </a:cubicBezTo>
                  <a:lnTo>
                    <a:pt x="101268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08" id="208"/>
          <p:cNvGrpSpPr/>
          <p:nvPr/>
        </p:nvGrpSpPr>
        <p:grpSpPr>
          <a:xfrm rot="0">
            <a:off x="14145054" y="6624285"/>
            <a:ext cx="241297" cy="228600"/>
            <a:chOff x="28293949" y="13250629"/>
            <a:chExt cx="474929" cy="453072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1" y="6"/>
              <a:ext cx="474929" cy="453059"/>
            </a:xfrm>
            <a:custGeom>
              <a:avLst/>
              <a:gdLst/>
              <a:ahLst/>
              <a:cxnLst/>
              <a:rect r="r" b="b" t="t" l="l"/>
              <a:pathLst>
                <a:path h="453059" w="474929">
                  <a:moveTo>
                    <a:pt x="240411" y="413613"/>
                  </a:moveTo>
                  <a:lnTo>
                    <a:pt x="240411" y="202539"/>
                  </a:lnTo>
                  <a:lnTo>
                    <a:pt x="438684" y="202539"/>
                  </a:lnTo>
                  <a:lnTo>
                    <a:pt x="438684" y="163092"/>
                  </a:lnTo>
                  <a:lnTo>
                    <a:pt x="240411" y="163092"/>
                  </a:lnTo>
                  <a:lnTo>
                    <a:pt x="240411" y="0"/>
                  </a:lnTo>
                  <a:lnTo>
                    <a:pt x="198829" y="0"/>
                  </a:lnTo>
                  <a:lnTo>
                    <a:pt x="198829" y="413613"/>
                  </a:lnTo>
                  <a:lnTo>
                    <a:pt x="0" y="413613"/>
                  </a:lnTo>
                  <a:lnTo>
                    <a:pt x="0" y="453059"/>
                  </a:lnTo>
                  <a:lnTo>
                    <a:pt x="474930" y="453059"/>
                  </a:lnTo>
                  <a:lnTo>
                    <a:pt x="474930" y="413613"/>
                  </a:lnTo>
                  <a:lnTo>
                    <a:pt x="240411" y="413613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10" id="210"/>
          <p:cNvSpPr/>
          <p:nvPr/>
        </p:nvSpPr>
        <p:spPr>
          <a:xfrm flipH="false" flipV="false" rot="0">
            <a:off x="14421964" y="6630438"/>
            <a:ext cx="234953" cy="234953"/>
          </a:xfrm>
          <a:custGeom>
            <a:avLst/>
            <a:gdLst/>
            <a:ahLst/>
            <a:cxnLst/>
            <a:rect r="r" b="b" t="t" l="l"/>
            <a:pathLst>
              <a:path h="234953" w="234953">
                <a:moveTo>
                  <a:pt x="0" y="0"/>
                </a:moveTo>
                <a:lnTo>
                  <a:pt x="234954" y="0"/>
                </a:lnTo>
                <a:lnTo>
                  <a:pt x="234954" y="234953"/>
                </a:lnTo>
                <a:lnTo>
                  <a:pt x="0" y="234953"/>
                </a:lnTo>
                <a:lnTo>
                  <a:pt x="0" y="0"/>
                </a:lnTo>
                <a:close/>
              </a:path>
            </a:pathLst>
          </a:custGeom>
          <a:blipFill>
            <a:blip r:embed="rId358">
              <a:extLst>
                <a:ext uri="{96DAC541-7B7A-43D3-8B79-37D633B846F1}">
                  <asvg:svgBlip xmlns:asvg="http://schemas.microsoft.com/office/drawing/2016/SVG/main" r:embed="rId3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1" id="211"/>
          <p:cNvSpPr/>
          <p:nvPr/>
        </p:nvSpPr>
        <p:spPr>
          <a:xfrm flipH="false" flipV="false" rot="0">
            <a:off x="14776161" y="6658718"/>
            <a:ext cx="44453" cy="171450"/>
          </a:xfrm>
          <a:custGeom>
            <a:avLst/>
            <a:gdLst/>
            <a:ahLst/>
            <a:cxnLst/>
            <a:rect r="r" b="b" t="t" l="l"/>
            <a:pathLst>
              <a:path h="171450" w="44453">
                <a:moveTo>
                  <a:pt x="0" y="0"/>
                </a:moveTo>
                <a:lnTo>
                  <a:pt x="44453" y="0"/>
                </a:lnTo>
                <a:lnTo>
                  <a:pt x="44453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344">
              <a:extLst>
                <a:ext uri="{96DAC541-7B7A-43D3-8B79-37D633B846F1}">
                  <asvg:svgBlip xmlns:asvg="http://schemas.microsoft.com/office/drawing/2016/SVG/main" r:embed="rId36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2" id="212"/>
          <p:cNvSpPr/>
          <p:nvPr/>
        </p:nvSpPr>
        <p:spPr>
          <a:xfrm flipH="false" flipV="false" rot="0">
            <a:off x="15619990" y="6617818"/>
            <a:ext cx="228600" cy="247650"/>
          </a:xfrm>
          <a:custGeom>
            <a:avLst/>
            <a:gdLst/>
            <a:ahLst/>
            <a:cxnLst/>
            <a:rect r="r" b="b" t="t" l="l"/>
            <a:pathLst>
              <a:path h="247650" w="228600">
                <a:moveTo>
                  <a:pt x="0" y="0"/>
                </a:moveTo>
                <a:lnTo>
                  <a:pt x="228600" y="0"/>
                </a:lnTo>
                <a:lnTo>
                  <a:pt x="22860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61">
              <a:extLst>
                <a:ext uri="{96DAC541-7B7A-43D3-8B79-37D633B846F1}">
                  <asvg:svgBlip xmlns:asvg="http://schemas.microsoft.com/office/drawing/2016/SVG/main" r:embed="rId3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3" id="213"/>
          <p:cNvSpPr/>
          <p:nvPr/>
        </p:nvSpPr>
        <p:spPr>
          <a:xfrm flipH="false" flipV="false" rot="0">
            <a:off x="15881242" y="6641849"/>
            <a:ext cx="241297" cy="222247"/>
          </a:xfrm>
          <a:custGeom>
            <a:avLst/>
            <a:gdLst/>
            <a:ahLst/>
            <a:cxnLst/>
            <a:rect r="r" b="b" t="t" l="l"/>
            <a:pathLst>
              <a:path h="222247" w="241297">
                <a:moveTo>
                  <a:pt x="0" y="0"/>
                </a:moveTo>
                <a:lnTo>
                  <a:pt x="241297" y="0"/>
                </a:lnTo>
                <a:lnTo>
                  <a:pt x="241297" y="222247"/>
                </a:lnTo>
                <a:lnTo>
                  <a:pt x="0" y="222247"/>
                </a:lnTo>
                <a:lnTo>
                  <a:pt x="0" y="0"/>
                </a:lnTo>
                <a:close/>
              </a:path>
            </a:pathLst>
          </a:custGeom>
          <a:blipFill>
            <a:blip r:embed="rId363">
              <a:extLst>
                <a:ext uri="{96DAC541-7B7A-43D3-8B79-37D633B846F1}">
                  <asvg:svgBlip xmlns:asvg="http://schemas.microsoft.com/office/drawing/2016/SVG/main" r:embed="rId36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4" id="214"/>
          <p:cNvGrpSpPr/>
          <p:nvPr/>
        </p:nvGrpSpPr>
        <p:grpSpPr>
          <a:xfrm rot="0">
            <a:off x="4977336" y="4151633"/>
            <a:ext cx="742950" cy="736597"/>
            <a:chOff x="9959056" y="8304713"/>
            <a:chExt cx="1477112" cy="1470317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5" y="-5"/>
              <a:ext cx="1477112" cy="1470317"/>
            </a:xfrm>
            <a:custGeom>
              <a:avLst/>
              <a:gdLst/>
              <a:ahLst/>
              <a:cxnLst/>
              <a:rect r="r" b="b" t="t" l="l"/>
              <a:pathLst>
                <a:path h="1470317" w="1477112">
                  <a:moveTo>
                    <a:pt x="1477112" y="0"/>
                  </a:moveTo>
                  <a:lnTo>
                    <a:pt x="1477112" y="1470317"/>
                  </a:lnTo>
                  <a:lnTo>
                    <a:pt x="0" y="1470317"/>
                  </a:lnTo>
                  <a:lnTo>
                    <a:pt x="0" y="0"/>
                  </a:lnTo>
                  <a:lnTo>
                    <a:pt x="147711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6" id="216"/>
          <p:cNvGrpSpPr/>
          <p:nvPr/>
        </p:nvGrpSpPr>
        <p:grpSpPr>
          <a:xfrm rot="0">
            <a:off x="5010760" y="5896470"/>
            <a:ext cx="698497" cy="698497"/>
            <a:chOff x="10022911" y="11794331"/>
            <a:chExt cx="1394206" cy="1394206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5" y="6"/>
              <a:ext cx="1394206" cy="1394206"/>
            </a:xfrm>
            <a:custGeom>
              <a:avLst/>
              <a:gdLst/>
              <a:ahLst/>
              <a:cxnLst/>
              <a:rect r="r" b="b" t="t" l="l"/>
              <a:pathLst>
                <a:path h="1394206" w="1394206">
                  <a:moveTo>
                    <a:pt x="1394206" y="0"/>
                  </a:moveTo>
                  <a:lnTo>
                    <a:pt x="1394206" y="1394207"/>
                  </a:lnTo>
                  <a:lnTo>
                    <a:pt x="0" y="1394207"/>
                  </a:lnTo>
                  <a:lnTo>
                    <a:pt x="0" y="0"/>
                  </a:lnTo>
                  <a:lnTo>
                    <a:pt x="1394206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4083672" y="8545220"/>
            <a:ext cx="1695450" cy="323850"/>
            <a:chOff x="8171861" y="17094537"/>
            <a:chExt cx="3381870" cy="63949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5" y="6"/>
              <a:ext cx="3381870" cy="639483"/>
            </a:xfrm>
            <a:custGeom>
              <a:avLst/>
              <a:gdLst/>
              <a:ahLst/>
              <a:cxnLst/>
              <a:rect r="r" b="b" t="t" l="l"/>
              <a:pathLst>
                <a:path h="639483" w="3381870">
                  <a:moveTo>
                    <a:pt x="3381870" y="0"/>
                  </a:moveTo>
                  <a:lnTo>
                    <a:pt x="3381870" y="639484"/>
                  </a:lnTo>
                  <a:lnTo>
                    <a:pt x="0" y="639484"/>
                  </a:lnTo>
                  <a:lnTo>
                    <a:pt x="0" y="0"/>
                  </a:lnTo>
                  <a:lnTo>
                    <a:pt x="338187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11286353" y="2279475"/>
            <a:ext cx="819150" cy="1054103"/>
            <a:chOff x="22572878" y="4560627"/>
            <a:chExt cx="1637957" cy="2104847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-6"/>
              <a:ext cx="1637957" cy="2104860"/>
            </a:xfrm>
            <a:custGeom>
              <a:avLst/>
              <a:gdLst/>
              <a:ahLst/>
              <a:cxnLst/>
              <a:rect r="r" b="b" t="t" l="l"/>
              <a:pathLst>
                <a:path h="2104860" w="1637957">
                  <a:moveTo>
                    <a:pt x="1637957" y="0"/>
                  </a:moveTo>
                  <a:lnTo>
                    <a:pt x="1637957" y="2104860"/>
                  </a:lnTo>
                  <a:lnTo>
                    <a:pt x="0" y="2104860"/>
                  </a:lnTo>
                  <a:lnTo>
                    <a:pt x="0" y="0"/>
                  </a:lnTo>
                  <a:lnTo>
                    <a:pt x="163795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2" id="222"/>
          <p:cNvGrpSpPr/>
          <p:nvPr/>
        </p:nvGrpSpPr>
        <p:grpSpPr>
          <a:xfrm rot="0">
            <a:off x="11198495" y="3984355"/>
            <a:ext cx="908047" cy="977903"/>
            <a:chOff x="22399257" y="7973605"/>
            <a:chExt cx="1811553" cy="1946021"/>
          </a:xfrm>
        </p:grpSpPr>
        <p:sp>
          <p:nvSpPr>
            <p:cNvPr name="Freeform 223" id="223"/>
            <p:cNvSpPr/>
            <p:nvPr/>
          </p:nvSpPr>
          <p:spPr>
            <a:xfrm flipH="false" flipV="false" rot="0">
              <a:off x="-1" y="1"/>
              <a:ext cx="1811555" cy="1946008"/>
            </a:xfrm>
            <a:custGeom>
              <a:avLst/>
              <a:gdLst/>
              <a:ahLst/>
              <a:cxnLst/>
              <a:rect r="r" b="b" t="t" l="l"/>
              <a:pathLst>
                <a:path h="1946008" w="1811555">
                  <a:moveTo>
                    <a:pt x="1811555" y="0"/>
                  </a:moveTo>
                  <a:lnTo>
                    <a:pt x="1811555" y="1946009"/>
                  </a:lnTo>
                  <a:lnTo>
                    <a:pt x="0" y="1946009"/>
                  </a:lnTo>
                  <a:lnTo>
                    <a:pt x="0" y="0"/>
                  </a:lnTo>
                  <a:lnTo>
                    <a:pt x="181155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4" id="224"/>
          <p:cNvGrpSpPr/>
          <p:nvPr/>
        </p:nvGrpSpPr>
        <p:grpSpPr>
          <a:xfrm rot="0">
            <a:off x="11232375" y="5981224"/>
            <a:ext cx="927097" cy="615953"/>
            <a:chOff x="22467379" y="11968258"/>
            <a:chExt cx="1848930" cy="1220292"/>
          </a:xfrm>
        </p:grpSpPr>
        <p:sp>
          <p:nvSpPr>
            <p:cNvPr name="Freeform 225" id="225"/>
            <p:cNvSpPr/>
            <p:nvPr/>
          </p:nvSpPr>
          <p:spPr>
            <a:xfrm flipH="false" flipV="false" rot="0">
              <a:off x="0" y="6"/>
              <a:ext cx="1848930" cy="1220280"/>
            </a:xfrm>
            <a:custGeom>
              <a:avLst/>
              <a:gdLst/>
              <a:ahLst/>
              <a:cxnLst/>
              <a:rect r="r" b="b" t="t" l="l"/>
              <a:pathLst>
                <a:path h="1220280" w="1848930">
                  <a:moveTo>
                    <a:pt x="1848930" y="0"/>
                  </a:moveTo>
                  <a:lnTo>
                    <a:pt x="1848930" y="1220280"/>
                  </a:lnTo>
                  <a:lnTo>
                    <a:pt x="0" y="1220280"/>
                  </a:lnTo>
                  <a:lnTo>
                    <a:pt x="0" y="0"/>
                  </a:lnTo>
                  <a:lnTo>
                    <a:pt x="18489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26" id="226"/>
          <p:cNvSpPr txBox="true"/>
          <p:nvPr/>
        </p:nvSpPr>
        <p:spPr>
          <a:xfrm rot="0">
            <a:off x="1028700" y="3542109"/>
            <a:ext cx="3371879" cy="248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7"/>
              </a:lnSpc>
            </a:pPr>
            <a:r>
              <a:rPr lang="en-US" sz="79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POGRESS &amp;DETAIL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6398857" y="2962075"/>
            <a:ext cx="1208456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KV cache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6398857" y="8050111"/>
            <a:ext cx="1130494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CAM++ 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8113176" y="8050111"/>
            <a:ext cx="511531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192 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5866057" y="8421586"/>
            <a:ext cx="469744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0.7 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6471961" y="8793061"/>
            <a:ext cx="1497492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“alpha=0.2ˮ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8263671" y="9164536"/>
            <a:ext cx="479555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50 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8530066" y="2590600"/>
            <a:ext cx="657006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10GB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6931666" y="4401369"/>
            <a:ext cx="841553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CPU</a:t>
            </a: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35" id="235"/>
          <p:cNvSpPr txBox="true"/>
          <p:nvPr/>
        </p:nvSpPr>
        <p:spPr>
          <a:xfrm rot="0">
            <a:off x="8822103" y="4401369"/>
            <a:ext cx="1290895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llama.cpp,</a:t>
            </a:r>
          </a:p>
        </p:txBody>
      </p:sp>
      <p:sp>
        <p:nvSpPr>
          <p:cNvPr name="TextBox 236" id="236"/>
          <p:cNvSpPr txBox="true"/>
          <p:nvPr/>
        </p:nvSpPr>
        <p:spPr>
          <a:xfrm rot="0">
            <a:off x="7730861" y="4772844"/>
            <a:ext cx="967826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Method</a:t>
            </a:r>
          </a:p>
        </p:txBody>
      </p:sp>
      <p:sp>
        <p:nvSpPr>
          <p:cNvPr name="TextBox 237" id="237"/>
          <p:cNvSpPr txBox="true"/>
          <p:nvPr/>
        </p:nvSpPr>
        <p:spPr>
          <a:xfrm rot="0">
            <a:off x="12789084" y="2590600"/>
            <a:ext cx="387487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</a:t>
            </a:r>
          </a:p>
        </p:txBody>
      </p:sp>
      <p:sp>
        <p:nvSpPr>
          <p:cNvPr name="TextBox 238" id="238"/>
          <p:cNvSpPr txBox="true"/>
          <p:nvPr/>
        </p:nvSpPr>
        <p:spPr>
          <a:xfrm rot="0">
            <a:off x="14920303" y="2962075"/>
            <a:ext cx="835285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Debug</a:t>
            </a:r>
          </a:p>
        </p:txBody>
      </p:sp>
      <p:sp>
        <p:nvSpPr>
          <p:cNvPr name="TextBox 239" id="239"/>
          <p:cNvSpPr txBox="true"/>
          <p:nvPr/>
        </p:nvSpPr>
        <p:spPr>
          <a:xfrm rot="0">
            <a:off x="12800314" y="6199156"/>
            <a:ext cx="2078746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context window</a:t>
            </a:r>
          </a:p>
        </p:txBody>
      </p:sp>
      <p:sp>
        <p:nvSpPr>
          <p:cNvPr name="TextBox 240" id="240"/>
          <p:cNvSpPr txBox="true"/>
          <p:nvPr/>
        </p:nvSpPr>
        <p:spPr>
          <a:xfrm rot="0">
            <a:off x="15104535" y="6199156"/>
            <a:ext cx="1525724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8192 tokens</a:t>
            </a:r>
          </a:p>
        </p:txBody>
      </p:sp>
      <p:sp>
        <p:nvSpPr>
          <p:cNvPr name="TextBox 241" id="241"/>
          <p:cNvSpPr txBox="true"/>
          <p:nvPr/>
        </p:nvSpPr>
        <p:spPr>
          <a:xfrm rot="0">
            <a:off x="14931523" y="6570631"/>
            <a:ext cx="683228" cy="358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1500 </a:t>
            </a:r>
          </a:p>
        </p:txBody>
      </p:sp>
      <p:sp>
        <p:nvSpPr>
          <p:cNvPr name="TextBox 242" id="242"/>
          <p:cNvSpPr txBox="true"/>
          <p:nvPr/>
        </p:nvSpPr>
        <p:spPr>
          <a:xfrm rot="0">
            <a:off x="12267514" y="4772844"/>
            <a:ext cx="4875667" cy="128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09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'temperature':0.7,'top_p': 0.8, 'top_k': 20</a:t>
            </a:r>
          </a:p>
          <a:p>
            <a:pPr algn="l">
              <a:lnSpc>
                <a:spcPts val="3483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Limit </a:t>
            </a:r>
          </a:p>
        </p:txBody>
      </p:sp>
      <p:sp>
        <p:nvSpPr>
          <p:cNvPr name="TextBox 243" id="243"/>
          <p:cNvSpPr txBox="true"/>
          <p:nvPr/>
        </p:nvSpPr>
        <p:spPr>
          <a:xfrm rot="0">
            <a:off x="5866057" y="3844966"/>
            <a:ext cx="2208714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Loader </a:t>
            </a:r>
          </a:p>
        </p:txBody>
      </p:sp>
      <p:sp>
        <p:nvSpPr>
          <p:cNvPr name="TextBox 244" id="244"/>
          <p:cNvSpPr txBox="true"/>
          <p:nvPr/>
        </p:nvSpPr>
        <p:spPr>
          <a:xfrm rot="0">
            <a:off x="5866057" y="5642753"/>
            <a:ext cx="2844479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Expection Restart 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5866057" y="2034197"/>
            <a:ext cx="3436830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Memory Management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5866057" y="7493708"/>
            <a:ext cx="4070099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Voiceprint Dynamic ALGO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12256284" y="2034197"/>
            <a:ext cx="2044960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Log Tracking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12267514" y="3844966"/>
            <a:ext cx="2679478" cy="4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49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Parameter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16187947" y="969435"/>
            <a:ext cx="1081173" cy="35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Page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DAHLSIZRZpo</dc:identifier>
  <dcterms:modified xsi:type="dcterms:W3CDTF">2011-08-01T06:04:30Z</dcterms:modified>
  <cp:revision>1</cp:revision>
  <dc:title>0602專題介紹簡報.pdf</dc:title>
</cp:coreProperties>
</file>